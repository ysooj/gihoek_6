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E8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40" autoAdjust="0"/>
    <p:restoredTop sz="94660"/>
  </p:normalViewPr>
  <p:slideViewPr>
    <p:cSldViewPr snapToGrid="0">
      <p:cViewPr>
        <p:scale>
          <a:sx n="100" d="100"/>
          <a:sy n="100" d="100"/>
        </p:scale>
        <p:origin x="7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2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478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33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01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81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5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61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641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23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814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034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042FE-4416-471D-A7E5-903118B92285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374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수업 내용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될만한 퀘스트에 대해 설명</a:t>
            </a:r>
            <a:endParaRPr lang="en-US" altLang="ko-KR" smtClean="0"/>
          </a:p>
          <a:p>
            <a:r>
              <a:rPr lang="ko-KR" altLang="en-US" smtClean="0"/>
              <a:t>그래픽 디자이너분들께는 </a:t>
            </a:r>
            <a:r>
              <a:rPr lang="en-US" altLang="ko-KR" smtClean="0"/>
              <a:t>– </a:t>
            </a:r>
            <a:r>
              <a:rPr lang="ko-KR" altLang="en-US" smtClean="0"/>
              <a:t>상호작용 구조물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54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트리거에 대한 아이디어 스케치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어떤 것을 했니</a:t>
            </a:r>
            <a:r>
              <a:rPr lang="en-US" altLang="ko-KR" smtClean="0"/>
              <a:t>?’</a:t>
            </a:r>
            <a:r>
              <a:rPr lang="ko-KR" altLang="en-US" smtClean="0"/>
              <a:t>에 대해서</a:t>
            </a:r>
            <a:endParaRPr lang="en-US" altLang="ko-KR" smtClean="0"/>
          </a:p>
          <a:p>
            <a:pPr lvl="1"/>
            <a:r>
              <a:rPr lang="en-US" altLang="ko-KR" smtClean="0"/>
              <a:t>Yes </a:t>
            </a:r>
            <a:r>
              <a:rPr lang="ko-KR" altLang="en-US" smtClean="0"/>
              <a:t>와 </a:t>
            </a:r>
            <a:r>
              <a:rPr lang="en-US" altLang="ko-KR" smtClean="0"/>
              <a:t>No </a:t>
            </a:r>
            <a:r>
              <a:rPr lang="ko-KR" altLang="en-US" smtClean="0"/>
              <a:t>에 대해서 각각 어떤 행동을 해야 할 지에 대해서 설계해야 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스위치 </a:t>
            </a:r>
            <a:r>
              <a:rPr lang="en-US" altLang="ko-KR" smtClean="0"/>
              <a:t>On/Off</a:t>
            </a:r>
            <a:r>
              <a:rPr lang="ko-KR" altLang="en-US" smtClean="0"/>
              <a:t>에 대해서 설계해야 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     On </a:t>
            </a:r>
            <a:r>
              <a:rPr lang="ko-KR" altLang="en-US" smtClean="0"/>
              <a:t>했을 때 불이 켜지고</a:t>
            </a:r>
            <a:r>
              <a:rPr lang="en-US" altLang="ko-KR" smtClean="0"/>
              <a:t>, Off </a:t>
            </a:r>
            <a:r>
              <a:rPr lang="ko-KR" altLang="en-US" smtClean="0"/>
              <a:t>했을 때 불이 꺼지는 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	   =&gt; </a:t>
            </a:r>
            <a:r>
              <a:rPr lang="ko-KR" altLang="en-US" smtClean="0"/>
              <a:t>작동의 결과일 뿐</a:t>
            </a:r>
            <a:r>
              <a:rPr lang="en-US" altLang="ko-KR" smtClean="0"/>
              <a:t>. ‘</a:t>
            </a:r>
            <a:r>
              <a:rPr lang="ko-KR" altLang="en-US" smtClean="0"/>
              <a:t>연출</a:t>
            </a:r>
            <a:r>
              <a:rPr lang="en-US" altLang="ko-KR" smtClean="0"/>
              <a:t>＇</a:t>
            </a:r>
            <a:r>
              <a:rPr lang="ko-KR" altLang="en-US" smtClean="0"/>
              <a:t>의 영역</a:t>
            </a:r>
            <a:endParaRPr lang="en-US" altLang="ko-KR" smtClean="0"/>
          </a:p>
          <a:p>
            <a:pPr lvl="1"/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작동 했는지 안 했는 지에 대한 것을 설계하는 게 더 중요</a:t>
            </a:r>
            <a:r>
              <a:rPr lang="en-US" altLang="ko-KR" smtClean="0"/>
              <a:t>!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463" y="1"/>
            <a:ext cx="2109537" cy="213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77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트리거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Step 1 : </a:t>
            </a:r>
            <a:r>
              <a:rPr lang="ko-KR" altLang="en-US" smtClean="0"/>
              <a:t>트리거 </a:t>
            </a:r>
            <a:r>
              <a:rPr lang="en-US" altLang="ko-KR" smtClean="0"/>
              <a:t>On or Off </a:t>
            </a:r>
            <a:r>
              <a:rPr lang="ko-KR" altLang="en-US" smtClean="0"/>
              <a:t>그래픽 스타일</a:t>
            </a:r>
            <a:endParaRPr lang="en-US" altLang="ko-KR" smtClean="0"/>
          </a:p>
          <a:p>
            <a:r>
              <a:rPr lang="en-US" altLang="ko-KR" smtClean="0"/>
              <a:t>Step 2 : On </a:t>
            </a:r>
            <a:r>
              <a:rPr lang="ko-KR" altLang="en-US" smtClean="0"/>
              <a:t>↔ </a:t>
            </a:r>
            <a:r>
              <a:rPr lang="en-US" altLang="ko-KR" smtClean="0"/>
              <a:t>Off </a:t>
            </a:r>
            <a:r>
              <a:rPr lang="ko-KR" altLang="en-US" smtClean="0"/>
              <a:t>가능하게 할까</a:t>
            </a:r>
            <a:r>
              <a:rPr lang="en-US" altLang="ko-KR" smtClean="0"/>
              <a:t>?</a:t>
            </a:r>
          </a:p>
          <a:p>
            <a:r>
              <a:rPr lang="en-US" altLang="ko-KR" smtClean="0"/>
              <a:t>Step 3 : </a:t>
            </a:r>
            <a:r>
              <a:rPr lang="ko-KR" altLang="en-US" smtClean="0"/>
              <a:t>한 번 </a:t>
            </a:r>
            <a:r>
              <a:rPr lang="en-US" altLang="ko-KR" smtClean="0"/>
              <a:t>On or Off </a:t>
            </a:r>
            <a:r>
              <a:rPr lang="ko-KR" altLang="en-US" smtClean="0"/>
              <a:t>한 번 하면 지속시킬까</a:t>
            </a:r>
            <a:r>
              <a:rPr lang="en-US" altLang="ko-KR" smtClean="0"/>
              <a:t>?</a:t>
            </a:r>
          </a:p>
          <a:p>
            <a:endParaRPr lang="en-US" altLang="ko-KR"/>
          </a:p>
          <a:p>
            <a:r>
              <a:rPr lang="ko-KR" altLang="en-US" smtClean="0"/>
              <a:t>플레이어 캐릭터의 수에 따라 트리거의 동작을 설계하는 것도 좋다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421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347" y="181714"/>
            <a:ext cx="9641306" cy="649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84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트리거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발동 조건을 당긴다</a:t>
            </a:r>
            <a:r>
              <a:rPr lang="en-US" altLang="ko-KR" smtClean="0"/>
              <a:t>, </a:t>
            </a:r>
            <a:r>
              <a:rPr lang="ko-KR" altLang="en-US" smtClean="0"/>
              <a:t>누른다 같은 것도 있지만</a:t>
            </a:r>
            <a:endParaRPr lang="en-US" altLang="ko-KR" smtClean="0"/>
          </a:p>
          <a:p>
            <a:r>
              <a:rPr lang="ko-KR" altLang="en-US" smtClean="0"/>
              <a:t>장착한다도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각각의 트리거에 대한 동작을 모두 같게 할 지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모두 다르게 할 지에 대해서도 고민할 수 있다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6630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84" y="155219"/>
            <a:ext cx="9689432" cy="654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1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따라하기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637" y="365125"/>
            <a:ext cx="4639163" cy="5751551"/>
          </a:xfrm>
          <a:prstGeom prst="rect">
            <a:avLst/>
          </a:prstGeom>
        </p:spPr>
      </p:pic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퀘스트 시놉시스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퀘스트 진행 전개 도면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endParaRPr lang="en-US" altLang="ko-KR"/>
          </a:p>
          <a:p>
            <a:r>
              <a:rPr lang="ko-KR" altLang="en-US" smtClean="0"/>
              <a:t>인포그래픽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422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255453"/>
            <a:ext cx="4953000" cy="634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9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smtClean="0"/>
              <a:t>퀘스트 시놉시스 </a:t>
            </a:r>
            <a:r>
              <a:rPr lang="en-US" altLang="ko-KR" sz="4000" smtClean="0"/>
              <a:t>– </a:t>
            </a:r>
            <a:r>
              <a:rPr lang="ko-KR" altLang="en-US" sz="4000" smtClean="0"/>
              <a:t>다 하면 </a:t>
            </a:r>
            <a:r>
              <a:rPr lang="en-US" altLang="ko-KR" sz="4000" smtClean="0"/>
              <a:t>‘</a:t>
            </a:r>
            <a:r>
              <a:rPr lang="ko-KR" altLang="en-US" sz="4000" smtClean="0"/>
              <a:t>완료</a:t>
            </a:r>
            <a:r>
              <a:rPr lang="en-US" altLang="ko-KR" sz="4000" smtClean="0"/>
              <a:t>’</a:t>
            </a:r>
            <a:r>
              <a:rPr lang="ko-KR" altLang="en-US" sz="4000" smtClean="0"/>
              <a:t>라고 적기</a:t>
            </a:r>
            <a:endParaRPr lang="ko-KR" altLang="en-US" sz="40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443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진행 전개 도면</a:t>
            </a:r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1246115" y="3374237"/>
            <a:ext cx="1040193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11205029" y="2004200"/>
            <a:ext cx="808780" cy="2740073"/>
          </a:xfrm>
          <a:prstGeom prst="ellipse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/>
        </p:nvCxnSpPr>
        <p:spPr>
          <a:xfrm flipV="1">
            <a:off x="1246115" y="2931886"/>
            <a:ext cx="0" cy="442351"/>
          </a:xfrm>
          <a:prstGeom prst="line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1246115" y="2931886"/>
            <a:ext cx="691708" cy="0"/>
          </a:xfrm>
          <a:prstGeom prst="line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 flipV="1">
            <a:off x="1945249" y="2004200"/>
            <a:ext cx="0" cy="927687"/>
          </a:xfrm>
          <a:prstGeom prst="line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/>
          <p:cNvSpPr/>
          <p:nvPr/>
        </p:nvSpPr>
        <p:spPr>
          <a:xfrm>
            <a:off x="1695155" y="2689218"/>
            <a:ext cx="485335" cy="485335"/>
          </a:xfrm>
          <a:prstGeom prst="ellipse">
            <a:avLst/>
          </a:prstGeom>
          <a:solidFill>
            <a:srgbClr val="EE86A6"/>
          </a:solidFill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/>
          <p:cNvCxnSpPr/>
          <p:nvPr/>
        </p:nvCxnSpPr>
        <p:spPr>
          <a:xfrm flipV="1">
            <a:off x="4189912" y="2931886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4189912" y="2931886"/>
            <a:ext cx="6917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 flipV="1">
            <a:off x="4889046" y="2489535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4638952" y="2689218"/>
            <a:ext cx="485335" cy="485335"/>
          </a:xfrm>
          <a:prstGeom prst="ellipse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/>
          <p:cNvCxnSpPr/>
          <p:nvPr/>
        </p:nvCxnSpPr>
        <p:spPr>
          <a:xfrm flipV="1">
            <a:off x="4051725" y="2032670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4051725" y="2475021"/>
            <a:ext cx="16597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 flipV="1">
            <a:off x="4597825" y="2032670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flipV="1">
            <a:off x="5138649" y="2032669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V="1">
            <a:off x="5711516" y="2032669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3920184" y="176294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4461155" y="176294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5002126" y="176294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5576652" y="176294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 flipV="1">
            <a:off x="2742112" y="3374239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2742112" y="3816590"/>
            <a:ext cx="6917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V="1">
            <a:off x="3441245" y="3816589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3191152" y="3573922"/>
            <a:ext cx="485335" cy="485335"/>
          </a:xfrm>
          <a:prstGeom prst="ellipse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직선 연결선 63"/>
          <p:cNvCxnSpPr/>
          <p:nvPr/>
        </p:nvCxnSpPr>
        <p:spPr>
          <a:xfrm flipV="1">
            <a:off x="2898612" y="4258941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2898612" y="4258941"/>
            <a:ext cx="1085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V="1">
            <a:off x="3444712" y="4258941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flipV="1">
            <a:off x="3985536" y="4258940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2767071" y="470129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3308042" y="470129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3849013" y="470129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연결선 73"/>
          <p:cNvCxnSpPr/>
          <p:nvPr/>
        </p:nvCxnSpPr>
        <p:spPr>
          <a:xfrm>
            <a:off x="622300" y="3374237"/>
            <a:ext cx="623815" cy="0"/>
          </a:xfrm>
          <a:prstGeom prst="line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모서리가 둥근 직사각형 97"/>
          <p:cNvSpPr/>
          <p:nvPr/>
        </p:nvSpPr>
        <p:spPr>
          <a:xfrm>
            <a:off x="1943173" y="1913972"/>
            <a:ext cx="458355" cy="578231"/>
          </a:xfrm>
          <a:prstGeom prst="roundRect">
            <a:avLst/>
          </a:prstGeom>
          <a:noFill/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원호 98"/>
          <p:cNvSpPr/>
          <p:nvPr/>
        </p:nvSpPr>
        <p:spPr>
          <a:xfrm rot="16200000">
            <a:off x="173142" y="129715"/>
            <a:ext cx="470820" cy="470820"/>
          </a:xfrm>
          <a:prstGeom prst="arc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원호 99"/>
          <p:cNvSpPr/>
          <p:nvPr/>
        </p:nvSpPr>
        <p:spPr>
          <a:xfrm>
            <a:off x="156733" y="129715"/>
            <a:ext cx="470820" cy="470820"/>
          </a:xfrm>
          <a:prstGeom prst="arc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원호 100"/>
          <p:cNvSpPr/>
          <p:nvPr/>
        </p:nvSpPr>
        <p:spPr>
          <a:xfrm rot="10800000">
            <a:off x="172566" y="428540"/>
            <a:ext cx="470820" cy="470820"/>
          </a:xfrm>
          <a:prstGeom prst="arc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원호 101"/>
          <p:cNvSpPr/>
          <p:nvPr/>
        </p:nvSpPr>
        <p:spPr>
          <a:xfrm rot="5400000">
            <a:off x="151480" y="422324"/>
            <a:ext cx="470820" cy="470820"/>
          </a:xfrm>
          <a:prstGeom prst="arc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/>
          <p:cNvSpPr/>
          <p:nvPr/>
        </p:nvSpPr>
        <p:spPr>
          <a:xfrm>
            <a:off x="1964299" y="2253844"/>
            <a:ext cx="531251" cy="3749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모서리가 둥근 직사각형 93"/>
          <p:cNvSpPr/>
          <p:nvPr/>
        </p:nvSpPr>
        <p:spPr>
          <a:xfrm>
            <a:off x="1804040" y="2201119"/>
            <a:ext cx="278555" cy="278555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모서리가 둥근 직사각형 96"/>
          <p:cNvSpPr/>
          <p:nvPr/>
        </p:nvSpPr>
        <p:spPr>
          <a:xfrm>
            <a:off x="2033072" y="1748329"/>
            <a:ext cx="278555" cy="278555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2400490" y="2057282"/>
            <a:ext cx="458355" cy="798864"/>
          </a:xfrm>
          <a:prstGeom prst="roundRect">
            <a:avLst/>
          </a:prstGeom>
          <a:noFill/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/>
          <p:cNvSpPr/>
          <p:nvPr/>
        </p:nvSpPr>
        <p:spPr>
          <a:xfrm>
            <a:off x="2423276" y="1767119"/>
            <a:ext cx="531251" cy="5447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모서리가 둥근 직사각형 95"/>
          <p:cNvSpPr/>
          <p:nvPr/>
        </p:nvSpPr>
        <p:spPr>
          <a:xfrm>
            <a:off x="2495550" y="2711686"/>
            <a:ext cx="278555" cy="278555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모서리가 둥근 직사각형 92"/>
          <p:cNvSpPr/>
          <p:nvPr/>
        </p:nvSpPr>
        <p:spPr>
          <a:xfrm>
            <a:off x="2725809" y="2311881"/>
            <a:ext cx="278555" cy="278555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모서리가 둥근 직사각형 94"/>
          <p:cNvSpPr/>
          <p:nvPr/>
        </p:nvSpPr>
        <p:spPr>
          <a:xfrm>
            <a:off x="2268637" y="2196465"/>
            <a:ext cx="278555" cy="278555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536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131</Words>
  <Application>Microsoft Office PowerPoint</Application>
  <PresentationFormat>와이드스크린</PresentationFormat>
  <Paragraphs>25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수업 내용</vt:lpstr>
      <vt:lpstr>트리거에 대한 아이디어 스케치</vt:lpstr>
      <vt:lpstr>트리거</vt:lpstr>
      <vt:lpstr>PowerPoint 프레젠테이션</vt:lpstr>
      <vt:lpstr>트리거</vt:lpstr>
      <vt:lpstr>PowerPoint 프레젠테이션</vt:lpstr>
      <vt:lpstr>따라하기</vt:lpstr>
      <vt:lpstr>PowerPoint 프레젠테이션</vt:lpstr>
      <vt:lpstr>퀘스트 시놉시스 – 다 하면 ‘완료’라고 적기</vt:lpstr>
      <vt:lpstr>퀘스트 진행 전개 도면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9</cp:revision>
  <dcterms:created xsi:type="dcterms:W3CDTF">2026-06-25T04:52:20Z</dcterms:created>
  <dcterms:modified xsi:type="dcterms:W3CDTF">2026-06-25T06:56:45Z</dcterms:modified>
</cp:coreProperties>
</file>