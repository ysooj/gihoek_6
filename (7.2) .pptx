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8" r:id="rId11"/>
    <p:sldId id="265" r:id="rId12"/>
    <p:sldId id="267" r:id="rId13"/>
    <p:sldId id="269" r:id="rId14"/>
    <p:sldId id="266" r:id="rId15"/>
    <p:sldId id="270" r:id="rId16"/>
    <p:sldId id="271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8F5"/>
    <a:srgbClr val="FFFFFF"/>
    <a:srgbClr val="FDE9E7"/>
    <a:srgbClr val="EFE9FB"/>
    <a:srgbClr val="FFF1C6"/>
    <a:srgbClr val="DDF5EF"/>
    <a:srgbClr val="DCE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4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08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1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571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51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911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062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71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0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5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667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79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9EA55-708D-4EAD-B7F8-D9655C45D3B8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BACBF-61D9-4C4B-BC04-21C66CEF61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192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D0ECDE"/>
              </a:clrFrom>
              <a:clrTo>
                <a:srgbClr val="D0ECD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78" b="38279"/>
          <a:stretch/>
        </p:blipFill>
        <p:spPr>
          <a:xfrm>
            <a:off x="0" y="1930400"/>
            <a:ext cx="12192000" cy="2296160"/>
          </a:xfrm>
          <a:prstGeom prst="rect">
            <a:avLst/>
          </a:prstGeom>
        </p:spPr>
      </p:pic>
      <p:pic>
        <p:nvPicPr>
          <p:cNvPr id="22" name="shape102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87040" y="2185670"/>
            <a:ext cx="6217920" cy="248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05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smtClean="0"/>
              <a:t>[</a:t>
            </a:r>
            <a:r>
              <a:rPr lang="ko-KR" altLang="en-US" sz="4000" smtClean="0"/>
              <a:t>사이버펑크 </a:t>
            </a:r>
            <a:r>
              <a:rPr lang="en-US" altLang="ko-KR" sz="4000" smtClean="0"/>
              <a:t>2077] – </a:t>
            </a:r>
            <a:r>
              <a:rPr lang="ko-KR" altLang="en-US" sz="4000" smtClean="0"/>
              <a:t>노코멘트 플레이 </a:t>
            </a:r>
            <a:r>
              <a:rPr lang="en-US" altLang="ko-KR" sz="4000" smtClean="0"/>
              <a:t>1</a:t>
            </a:r>
            <a:r>
              <a:rPr lang="ko-KR" altLang="en-US" sz="4000" smtClean="0"/>
              <a:t>편</a:t>
            </a:r>
            <a:endParaRPr lang="ko-KR" altLang="en-US" sz="40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갱단의 보디가드가 플레이어에게 맞고 자리를 비켜주는 장면</a:t>
            </a:r>
            <a:endParaRPr lang="en-US" altLang="ko-KR" smtClean="0"/>
          </a:p>
          <a:p>
            <a:pPr lvl="1"/>
            <a:r>
              <a:rPr lang="ko-KR" altLang="en-US" smtClean="0"/>
              <a:t>레퍼런스로 참고 잘하자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10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스토리보드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 이야기를 스토리보드 이미지로 만들어보자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3</a:t>
            </a:r>
            <a:r>
              <a:rPr lang="ko-KR" altLang="en-US" smtClean="0"/>
              <a:t>시 </a:t>
            </a:r>
            <a:r>
              <a:rPr lang="en-US" altLang="ko-KR" smtClean="0"/>
              <a:t>10</a:t>
            </a:r>
            <a:r>
              <a:rPr lang="ko-KR" altLang="en-US" smtClean="0"/>
              <a:t>분에 따라하기 할 예정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152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44237"/>
            <a:ext cx="10170694" cy="63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1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494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3" r="92756" b="83333"/>
          <a:stretch/>
        </p:blipFill>
        <p:spPr>
          <a:xfrm>
            <a:off x="76138" y="0"/>
            <a:ext cx="2769757" cy="52506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7" t="380" r="76176" b="74680"/>
          <a:stretch/>
        </p:blipFill>
        <p:spPr>
          <a:xfrm>
            <a:off x="9439927" y="209345"/>
            <a:ext cx="2535812" cy="48319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48" t="814" r="49065" b="74246"/>
          <a:stretch/>
        </p:blipFill>
        <p:spPr>
          <a:xfrm>
            <a:off x="2622636" y="0"/>
            <a:ext cx="2535812" cy="483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46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동생 심부름 퀘스트 스토리보드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첨부된 이미지의 디테일을 수정해보자</a:t>
            </a:r>
            <a:r>
              <a:rPr lang="en-US" altLang="ko-KR" smtClean="0"/>
              <a:t>. </a:t>
            </a:r>
            <a:r>
              <a:rPr lang="ko-KR" altLang="en-US" smtClean="0"/>
              <a:t>배경은 한국의 아파트 실내야</a:t>
            </a:r>
            <a:r>
              <a:rPr lang="en-US" altLang="ko-KR" smtClean="0"/>
              <a:t>. </a:t>
            </a:r>
            <a:r>
              <a:rPr lang="ko-KR" altLang="en-US" smtClean="0"/>
              <a:t>남색 비니의 인물은 집안일</a:t>
            </a:r>
            <a:r>
              <a:rPr lang="en-US" altLang="ko-KR" smtClean="0"/>
              <a:t>(</a:t>
            </a:r>
            <a:r>
              <a:rPr lang="ko-KR" altLang="en-US" smtClean="0"/>
              <a:t>빨래 개기</a:t>
            </a:r>
            <a:r>
              <a:rPr lang="en-US" altLang="ko-KR" smtClean="0"/>
              <a:t>)</a:t>
            </a:r>
            <a:r>
              <a:rPr lang="ko-KR" altLang="en-US" smtClean="0"/>
              <a:t>을 하고 있어</a:t>
            </a:r>
            <a:r>
              <a:rPr lang="en-US" altLang="ko-KR" smtClean="0"/>
              <a:t>. </a:t>
            </a:r>
            <a:r>
              <a:rPr lang="ko-KR" altLang="en-US" smtClean="0"/>
              <a:t>금발의 인물은 쇼파에 누워서 휴대폰을 보고 있어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금발의 인물이 남색 비니의 인물에게 심부름을 하라고 시켜</a:t>
            </a:r>
            <a:r>
              <a:rPr lang="en-US" altLang="ko-KR" smtClean="0"/>
              <a:t>. </a:t>
            </a:r>
            <a:r>
              <a:rPr lang="ko-KR" altLang="en-US" smtClean="0"/>
              <a:t>남색 인물은 그 말을 듣고 나갈 채비를 하지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배경을 한국의 편의점 안의 과자 코너로 수정해보자</a:t>
            </a:r>
            <a:r>
              <a:rPr lang="en-US" altLang="ko-KR" smtClean="0"/>
              <a:t>. </a:t>
            </a:r>
            <a:r>
              <a:rPr lang="ko-KR" altLang="en-US" smtClean="0"/>
              <a:t>남색 비니의 인물이 신상 과자를 사려고 편의점에 들렀는데</a:t>
            </a:r>
            <a:r>
              <a:rPr lang="en-US" altLang="ko-KR" smtClean="0"/>
              <a:t>, </a:t>
            </a:r>
            <a:r>
              <a:rPr lang="ko-KR" altLang="en-US" smtClean="0"/>
              <a:t>이미 품절돼있어서 속상해하는 모습이야</a:t>
            </a:r>
            <a:r>
              <a:rPr lang="en-US" altLang="ko-KR" smtClean="0"/>
              <a:t>. </a:t>
            </a:r>
            <a:r>
              <a:rPr lang="ko-KR" altLang="en-US" smtClean="0"/>
              <a:t>금발의 인물은 제거해줘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26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동생 심부름 퀘스트 스토리보드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이번에는 배경을 한국의 다이소 안의 생필품 코너로 수정해줘</a:t>
            </a:r>
            <a:r>
              <a:rPr lang="en-US" altLang="ko-KR" smtClean="0"/>
              <a:t>. </a:t>
            </a:r>
            <a:r>
              <a:rPr lang="ko-KR" altLang="en-US" smtClean="0"/>
              <a:t>남색 비니의 인물이 헤어롤을 찾고 있는 모습으로 그려줘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다이소 밖으로 나왔는데</a:t>
            </a:r>
            <a:r>
              <a:rPr lang="en-US" altLang="ko-KR" smtClean="0"/>
              <a:t>, </a:t>
            </a:r>
            <a:r>
              <a:rPr lang="ko-KR" altLang="en-US" smtClean="0"/>
              <a:t>편의점 트럭이 지나가고</a:t>
            </a:r>
            <a:r>
              <a:rPr lang="en-US" altLang="ko-KR" smtClean="0"/>
              <a:t>, </a:t>
            </a:r>
            <a:r>
              <a:rPr lang="ko-KR" altLang="en-US" smtClean="0"/>
              <a:t>사람들이 편의점 트럭을 따라서 달리는 장면을 그려줘</a:t>
            </a:r>
            <a:r>
              <a:rPr lang="en-US" altLang="ko-KR" smtClean="0"/>
              <a:t>. </a:t>
            </a:r>
            <a:r>
              <a:rPr lang="ko-KR" altLang="en-US" smtClean="0"/>
              <a:t>사람들은 </a:t>
            </a:r>
            <a:r>
              <a:rPr lang="en-US" altLang="ko-KR" smtClean="0"/>
              <a:t>2~3</a:t>
            </a:r>
            <a:r>
              <a:rPr lang="ko-KR" altLang="en-US" smtClean="0"/>
              <a:t>명 정도 추가해주면 돼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182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65221"/>
            <a:ext cx="11353800" cy="632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134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기획서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 전반적인 이름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퀘스트 흐름을 표현하는 방식은 </a:t>
            </a:r>
            <a:r>
              <a:rPr lang="en-US" altLang="ko-KR" smtClean="0"/>
              <a:t>3</a:t>
            </a:r>
            <a:r>
              <a:rPr lang="ko-KR" altLang="en-US" smtClean="0"/>
              <a:t>가지 정도</a:t>
            </a:r>
            <a:endParaRPr lang="en-US" altLang="ko-KR" smtClean="0"/>
          </a:p>
          <a:p>
            <a:r>
              <a:rPr lang="ko-KR" altLang="en-US" smtClean="0"/>
              <a:t>이미지 참조</a:t>
            </a:r>
            <a:endParaRPr lang="en-US" altLang="ko-KR"/>
          </a:p>
          <a:p>
            <a:endParaRPr lang="en-US" altLang="ko-KR"/>
          </a:p>
          <a:p>
            <a:r>
              <a:rPr lang="ko-KR" altLang="en-US" smtClean="0"/>
              <a:t>시놉시스는 구체적으로</a:t>
            </a:r>
            <a:endParaRPr lang="en-US" altLang="ko-KR" smtClean="0"/>
          </a:p>
          <a:p>
            <a:r>
              <a:rPr lang="ko-KR" altLang="en-US" smtClean="0"/>
              <a:t>인게임에 들어가는 내용으로 작성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30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76126"/>
            <a:ext cx="11658600" cy="6505748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10827657" y="0"/>
            <a:ext cx="1364343" cy="136434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55429" y="176126"/>
            <a:ext cx="314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이 페이지들</a:t>
            </a:r>
            <a:r>
              <a:rPr lang="en-US" altLang="ko-KR" b="1" smtClean="0">
                <a:solidFill>
                  <a:srgbClr val="FF0000"/>
                </a:solidFill>
              </a:rPr>
              <a:t>(</a:t>
            </a:r>
            <a:r>
              <a:rPr lang="ko-KR" altLang="en-US" b="1" smtClean="0">
                <a:solidFill>
                  <a:srgbClr val="FF0000"/>
                </a:solidFill>
              </a:rPr>
              <a:t>표</a:t>
            </a:r>
            <a:r>
              <a:rPr lang="en-US" altLang="ko-KR" b="1" smtClean="0">
                <a:solidFill>
                  <a:srgbClr val="FF0000"/>
                </a:solidFill>
              </a:rPr>
              <a:t>)</a:t>
            </a:r>
            <a:r>
              <a:rPr lang="ko-KR" altLang="en-US" b="1">
                <a:solidFill>
                  <a:srgbClr val="FF0000"/>
                </a:solidFill>
              </a:rPr>
              <a:t>이</a:t>
            </a:r>
            <a:r>
              <a:rPr lang="ko-KR" altLang="en-US" b="1" smtClean="0">
                <a:solidFill>
                  <a:srgbClr val="FF0000"/>
                </a:solidFill>
              </a:rPr>
              <a:t> 제일 중요</a:t>
            </a:r>
            <a:r>
              <a:rPr lang="en-US" altLang="ko-KR" b="1" smtClean="0">
                <a:solidFill>
                  <a:srgbClr val="FF0000"/>
                </a:solidFill>
              </a:rPr>
              <a:t>!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046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퀘스트 하나에 표 하나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순서도로 퀘스트의 흐름 제시하기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디자인 돌</a:t>
            </a:r>
            <a:r>
              <a:rPr lang="en-US" altLang="ko-KR" smtClean="0"/>
              <a:t>(Design Doll), Sketchup, Photoshop, </a:t>
            </a:r>
            <a:r>
              <a:rPr lang="ko-KR" altLang="en-US" smtClean="0"/>
              <a:t>영화나 애니메이션 등의 참조 이미지</a:t>
            </a:r>
            <a:r>
              <a:rPr lang="en-US" altLang="ko-KR" smtClean="0"/>
              <a:t>, </a:t>
            </a:r>
            <a:r>
              <a:rPr lang="ko-KR" altLang="en-US" smtClean="0"/>
              <a:t>도식</a:t>
            </a:r>
            <a:r>
              <a:rPr lang="en-US" altLang="ko-KR" smtClean="0"/>
              <a:t>, </a:t>
            </a:r>
            <a:r>
              <a:rPr lang="ko-KR" altLang="en-US" smtClean="0"/>
              <a:t>등으로 표현하거나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AI</a:t>
            </a:r>
            <a:r>
              <a:rPr lang="ko-KR" altLang="en-US" smtClean="0"/>
              <a:t>로 이미지를 생성해서 퀘스트가 진행되는 주요한 조건의 상황에 대한 이미지를 첨부하기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퀘스트의 시각적인 표현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퀘스트 기획서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438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퀘스트는 보상이 있기 때문에 재밌는 것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플레이타임</a:t>
            </a:r>
            <a:r>
              <a:rPr lang="en-US" altLang="ko-KR" smtClean="0"/>
              <a:t>, </a:t>
            </a:r>
            <a:r>
              <a:rPr lang="ko-KR" altLang="en-US" smtClean="0"/>
              <a:t>수행 횟수</a:t>
            </a:r>
            <a:r>
              <a:rPr lang="en-US" altLang="ko-KR" smtClean="0"/>
              <a:t>, </a:t>
            </a:r>
            <a:r>
              <a:rPr lang="ko-KR" altLang="en-US" smtClean="0"/>
              <a:t>퀘스트 결과로 캐릭터의 외형이 달라진다면 그에 대한 이미지도 첨부해주면 좋다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/>
          </a:p>
          <a:p>
            <a:r>
              <a:rPr lang="ko-KR" altLang="en-US" smtClean="0"/>
              <a:t>일반 퀘스트 해서 얻을 수 있는 경험치와 게임 머니보다 </a:t>
            </a:r>
            <a:r>
              <a:rPr lang="en-US" altLang="ko-KR" smtClean="0"/>
              <a:t>1.5 ~ 3</a:t>
            </a:r>
            <a:r>
              <a:rPr lang="ko-KR" altLang="en-US" smtClean="0"/>
              <a:t>배 정도로 보상으로 주면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메인 시나리오 퀘스트는 반복 수행 불가</a:t>
            </a:r>
            <a:r>
              <a:rPr lang="en-US" altLang="ko-KR" smtClean="0"/>
              <a:t>!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퀘스트 기획서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958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09040"/>
            <a:ext cx="11658600" cy="643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36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맵 전체에서 퀘스트의 라인을 그려준다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밑에는 표로 정리해주는 게 좋다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맵에 표현한 퀘스트 라인에 번호를 매겨서</a:t>
            </a:r>
            <a:r>
              <a:rPr lang="en-US" altLang="ko-KR"/>
              <a:t> </a:t>
            </a:r>
            <a:r>
              <a:rPr lang="ko-KR" altLang="en-US" smtClean="0"/>
              <a:t>해당하는 번호마다 각각의 이야기의 목적</a:t>
            </a:r>
            <a:r>
              <a:rPr lang="en-US" altLang="ko-KR" smtClean="0"/>
              <a:t>, </a:t>
            </a:r>
            <a:r>
              <a:rPr lang="ko-KR" altLang="en-US" smtClean="0"/>
              <a:t>플레이의 목적의 흐름을 적어준다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퀘스트 기획서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27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퀘스트를 만들 때 필요한 필요 구현 요소에 대한 표를 만들어주면 된다</a:t>
            </a:r>
            <a:r>
              <a:rPr lang="en-US" altLang="ko-KR" smtClean="0"/>
              <a:t>.</a:t>
            </a:r>
            <a:r>
              <a:rPr lang="ko-KR" altLang="en-US" smtClean="0"/>
              <a:t> 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퀘스트 전반적으로 필요한 아이템</a:t>
            </a:r>
            <a:r>
              <a:rPr lang="en-US" altLang="ko-KR" smtClean="0"/>
              <a:t>, </a:t>
            </a:r>
            <a:r>
              <a:rPr lang="ko-KR" altLang="en-US" smtClean="0"/>
              <a:t>오브젝트</a:t>
            </a:r>
            <a:r>
              <a:rPr lang="en-US" altLang="ko-KR" smtClean="0"/>
              <a:t>, </a:t>
            </a:r>
            <a:r>
              <a:rPr lang="ko-KR" altLang="en-US" smtClean="0"/>
              <a:t>아이콘 등을 정리해주면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그 다음 페이지는 대사인데</a:t>
            </a:r>
            <a:r>
              <a:rPr lang="en-US" altLang="ko-KR" smtClean="0"/>
              <a:t>, </a:t>
            </a:r>
            <a:r>
              <a:rPr lang="ko-KR" altLang="en-US" smtClean="0"/>
              <a:t>대사는 엑셀 파일로 대체할 것이다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퀘스트 진행에서 필요한 대사를 작성할 것이다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퀘스트 기획서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811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29" y="228610"/>
            <a:ext cx="11524342" cy="640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9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퀘스트에 대한 사전을 만들어주는 것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배경</a:t>
            </a:r>
            <a:r>
              <a:rPr lang="en-US" altLang="ko-KR" smtClean="0"/>
              <a:t>, </a:t>
            </a:r>
            <a:r>
              <a:rPr lang="ko-KR" altLang="en-US" smtClean="0"/>
              <a:t>인물</a:t>
            </a:r>
            <a:r>
              <a:rPr lang="en-US" altLang="ko-KR" smtClean="0"/>
              <a:t>, </a:t>
            </a:r>
            <a:r>
              <a:rPr lang="ko-KR" altLang="en-US" smtClean="0"/>
              <a:t>몬스터</a:t>
            </a:r>
            <a:r>
              <a:rPr lang="en-US" altLang="ko-KR" smtClean="0"/>
              <a:t>, </a:t>
            </a:r>
            <a:r>
              <a:rPr lang="ko-KR" altLang="en-US" smtClean="0"/>
              <a:t>사운드 등 필요한 리소스에 대한 정보를 정리하는 표</a:t>
            </a:r>
            <a:endParaRPr lang="en-US" altLang="ko-KR" smtClean="0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퀘스트 기획서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138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내일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진행 대사 엑셀 파일을 만들 예정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097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370</Words>
  <Application>Microsoft Office PowerPoint</Application>
  <PresentationFormat>와이드스크린</PresentationFormat>
  <Paragraphs>60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[사이버펑크 2077] – 노코멘트 플레이 1편</vt:lpstr>
      <vt:lpstr>스토리보드</vt:lpstr>
      <vt:lpstr>PowerPoint 프레젠테이션</vt:lpstr>
      <vt:lpstr>PowerPoint 프레젠테이션</vt:lpstr>
      <vt:lpstr>PowerPoint 프레젠테이션</vt:lpstr>
      <vt:lpstr>동생 심부름 퀘스트 스토리보드</vt:lpstr>
      <vt:lpstr>동생 심부름 퀘스트 스토리보드</vt:lpstr>
      <vt:lpstr>PowerPoint 프레젠테이션</vt:lpstr>
      <vt:lpstr>퀘스트 기획서</vt:lpstr>
      <vt:lpstr>PowerPoint 프레젠테이션</vt:lpstr>
      <vt:lpstr>퀘스트 기획서</vt:lpstr>
      <vt:lpstr>퀘스트 기획서</vt:lpstr>
      <vt:lpstr>PowerPoint 프레젠테이션</vt:lpstr>
      <vt:lpstr>퀘스트 기획서</vt:lpstr>
      <vt:lpstr>퀘스트 기획서</vt:lpstr>
      <vt:lpstr>PowerPoint 프레젠테이션</vt:lpstr>
      <vt:lpstr>퀘스트 기획서</vt:lpstr>
      <vt:lpstr>내일 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10</cp:revision>
  <dcterms:created xsi:type="dcterms:W3CDTF">2026-07-02T04:50:44Z</dcterms:created>
  <dcterms:modified xsi:type="dcterms:W3CDTF">2026-07-02T06:52:41Z</dcterms:modified>
</cp:coreProperties>
</file>