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50" d="100"/>
          <a:sy n="150" d="100"/>
        </p:scale>
        <p:origin x="108" y="-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05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56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747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9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02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88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4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10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83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386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90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35013-28FB-4279-9C06-7C35B887EBF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26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혼자서도 만들 수 있는 게임 </a:t>
            </a:r>
            <a:r>
              <a:rPr lang="en-US" altLang="ko-KR" sz="3200" smtClean="0"/>
              <a:t>– </a:t>
            </a:r>
            <a:r>
              <a:rPr lang="ko-KR" altLang="en-US" sz="3200" smtClean="0"/>
              <a:t>명작 중 명작 </a:t>
            </a:r>
            <a:r>
              <a:rPr lang="en-US" altLang="ko-KR" sz="3200" smtClean="0"/>
              <a:t>– [</a:t>
            </a:r>
            <a:r>
              <a:rPr lang="ko-KR" altLang="en-US" sz="3200" smtClean="0"/>
              <a:t>역전재판</a:t>
            </a:r>
            <a:r>
              <a:rPr lang="en-US" altLang="ko-KR" sz="3200" smtClean="0"/>
              <a:t>]</a:t>
            </a:r>
            <a:endParaRPr lang="ko-KR" altLang="en-US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잘 만든 비주얼 노벨 예시</a:t>
            </a:r>
            <a:endParaRPr lang="en-US" altLang="ko-KR" smtClean="0"/>
          </a:p>
          <a:p>
            <a:r>
              <a:rPr lang="ko-KR" altLang="en-US" smtClean="0"/>
              <a:t>대사를 잘 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진행 대사의 이벤트와 내용만으로 게임 에피소드 하나가 순식간에 끝났다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4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smtClean="0"/>
              <a:t>[</a:t>
            </a:r>
            <a:r>
              <a:rPr lang="ko-KR" altLang="en-US" sz="3200" smtClean="0"/>
              <a:t>산나비</a:t>
            </a:r>
            <a:r>
              <a:rPr lang="en-US" altLang="ko-KR" sz="3200" smtClean="0"/>
              <a:t>] – 5</a:t>
            </a:r>
            <a:r>
              <a:rPr lang="ko-KR" altLang="en-US" sz="3200" smtClean="0"/>
              <a:t>챕터</a:t>
            </a:r>
            <a:endParaRPr lang="ko-KR" altLang="en-US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대사와 연출력의 힘을 느낄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183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리소스를 가지고 이야기</a:t>
            </a:r>
            <a:r>
              <a:rPr lang="en-US" altLang="ko-KR" smtClean="0"/>
              <a:t>/</a:t>
            </a:r>
            <a:r>
              <a:rPr lang="ko-KR" altLang="en-US" smtClean="0"/>
              <a:t>플레이의 흐름을 리드한다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리소스는 연출에 의해 보여주고 들려주고</a:t>
            </a:r>
            <a:r>
              <a:rPr lang="en-US" altLang="ko-KR" smtClean="0"/>
              <a:t>. </a:t>
            </a:r>
            <a:r>
              <a:rPr lang="ko-KR" altLang="en-US" smtClean="0"/>
              <a:t>영화처럼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Cinematic + Narrative</a:t>
            </a:r>
          </a:p>
          <a:p>
            <a:endParaRPr lang="en-US" altLang="ko-KR"/>
          </a:p>
          <a:p>
            <a:r>
              <a:rPr lang="ko-KR" altLang="en-US" smtClean="0"/>
              <a:t>우리의 공간</a:t>
            </a:r>
            <a:r>
              <a:rPr lang="en-US" altLang="ko-KR" smtClean="0"/>
              <a:t>/</a:t>
            </a:r>
            <a:r>
              <a:rPr lang="ko-KR" altLang="en-US" smtClean="0"/>
              <a:t>캐릭터</a:t>
            </a:r>
            <a:r>
              <a:rPr lang="en-US" altLang="ko-KR" smtClean="0"/>
              <a:t>/</a:t>
            </a:r>
            <a:r>
              <a:rPr lang="ko-KR" altLang="en-US" smtClean="0"/>
              <a:t>대본에 이유를 제대로 구체화하자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13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18917"/>
            <a:ext cx="11430000" cy="542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9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09" y="800100"/>
            <a:ext cx="1109338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86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진행 대사 엑셀 파일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시나리오 </a:t>
            </a:r>
            <a:r>
              <a:rPr lang="en-US" altLang="ko-KR" smtClean="0"/>
              <a:t>/ </a:t>
            </a:r>
            <a:r>
              <a:rPr lang="ko-KR" altLang="en-US" smtClean="0"/>
              <a:t>퀘스트 디자이너 포트폴리오로 모두 사용 가능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퀘스트 제목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화자</a:t>
            </a:r>
            <a:endParaRPr lang="en-US" altLang="ko-KR" smtClean="0"/>
          </a:p>
          <a:p>
            <a:pPr lvl="1"/>
            <a:r>
              <a:rPr lang="ko-KR" altLang="en-US" smtClean="0"/>
              <a:t>대사마다 화자를 다 넣어주기</a:t>
            </a:r>
            <a:endParaRPr lang="en-US" altLang="ko-KR" smtClean="0"/>
          </a:p>
          <a:p>
            <a:pPr lvl="1"/>
            <a:r>
              <a:rPr lang="ko-KR" altLang="en-US" smtClean="0"/>
              <a:t>연출에서 </a:t>
            </a:r>
            <a:r>
              <a:rPr lang="en-US" altLang="ko-KR" smtClean="0"/>
              <a:t>‘( )’</a:t>
            </a:r>
            <a:r>
              <a:rPr lang="ko-KR" altLang="en-US" smtClean="0"/>
              <a:t>는 연극의 지시문같은 것</a:t>
            </a:r>
            <a:endParaRPr lang="en-US" altLang="ko-KR" smtClean="0"/>
          </a:p>
          <a:p>
            <a:pPr lvl="1"/>
            <a:r>
              <a:rPr lang="ko-KR" altLang="en-US" smtClean="0"/>
              <a:t>구현지시문 </a:t>
            </a:r>
            <a:r>
              <a:rPr lang="en-US" altLang="ko-KR" smtClean="0"/>
              <a:t>: UI, </a:t>
            </a:r>
            <a:r>
              <a:rPr lang="ko-KR" altLang="en-US" smtClean="0"/>
              <a:t>시스템</a:t>
            </a:r>
            <a:r>
              <a:rPr lang="en-US" altLang="ko-KR" smtClean="0"/>
              <a:t>, </a:t>
            </a:r>
            <a:r>
              <a:rPr lang="ko-KR" altLang="en-US" smtClean="0"/>
              <a:t>리소스 호출 등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313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진행 대사 엑셀 파일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대사 출력 시간</a:t>
            </a:r>
            <a:r>
              <a:rPr lang="en-US" altLang="ko-KR" smtClean="0"/>
              <a:t>(</a:t>
            </a:r>
            <a:r>
              <a:rPr lang="ko-KR" altLang="en-US" smtClean="0"/>
              <a:t>초</a:t>
            </a:r>
            <a:r>
              <a:rPr lang="en-US" altLang="ko-KR" smtClean="0"/>
              <a:t>) : </a:t>
            </a:r>
            <a:r>
              <a:rPr lang="ko-KR" altLang="en-US" smtClean="0"/>
              <a:t>상황의 급박함이나 분위기를 연출 가능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글자 연출 </a:t>
            </a:r>
            <a:r>
              <a:rPr lang="en-US" altLang="ko-KR" smtClean="0"/>
              <a:t>: </a:t>
            </a:r>
            <a:r>
              <a:rPr lang="ko-KR" altLang="en-US" smtClean="0"/>
              <a:t>스타카도</a:t>
            </a:r>
            <a:r>
              <a:rPr lang="en-US" altLang="ko-KR" smtClean="0"/>
              <a:t>, </a:t>
            </a:r>
            <a:r>
              <a:rPr lang="ko-KR" altLang="en-US" smtClean="0"/>
              <a:t>글자 크기 등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성우 </a:t>
            </a:r>
            <a:r>
              <a:rPr lang="en-US" altLang="ko-KR" smtClean="0"/>
              <a:t>: </a:t>
            </a:r>
            <a:r>
              <a:rPr lang="ko-KR" altLang="en-US" smtClean="0"/>
              <a:t>실제 성우 이름을 적으면 된다</a:t>
            </a:r>
            <a:r>
              <a:rPr lang="en-US" altLang="ko-KR" smtClean="0"/>
              <a:t>. </a:t>
            </a:r>
            <a:r>
              <a:rPr lang="ko-KR" altLang="en-US" smtClean="0"/>
              <a:t>가상 캐스팅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감정선 </a:t>
            </a:r>
            <a:r>
              <a:rPr lang="en-US" altLang="ko-KR" smtClean="0"/>
              <a:t>: </a:t>
            </a:r>
            <a:r>
              <a:rPr lang="ko-KR" altLang="en-US" smtClean="0"/>
              <a:t>대사할 때 어떤 감정인지에 대해 꼭 필요한 부분에만 넣어주면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56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진행 대사 엑셀 파일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선택 </a:t>
            </a:r>
            <a:r>
              <a:rPr lang="en-US" altLang="ko-KR" smtClean="0"/>
              <a:t>(</a:t>
            </a:r>
            <a:r>
              <a:rPr lang="ko-KR" altLang="en-US" smtClean="0"/>
              <a:t>번호</a:t>
            </a:r>
            <a:r>
              <a:rPr lang="en-US" altLang="ko-KR" smtClean="0"/>
              <a:t>)’</a:t>
            </a:r>
            <a:r>
              <a:rPr lang="ko-KR" altLang="en-US" smtClean="0"/>
              <a:t>와 </a:t>
            </a:r>
            <a:r>
              <a:rPr lang="en-US" altLang="ko-KR" smtClean="0"/>
              <a:t>‘</a:t>
            </a:r>
            <a:r>
              <a:rPr lang="ko-KR" altLang="en-US" smtClean="0"/>
              <a:t>명령</a:t>
            </a:r>
            <a:r>
              <a:rPr lang="en-US" altLang="ko-KR" smtClean="0"/>
              <a:t>(</a:t>
            </a:r>
            <a:r>
              <a:rPr lang="ko-KR" altLang="en-US" smtClean="0"/>
              <a:t>선택 </a:t>
            </a:r>
            <a:r>
              <a:rPr lang="en-US" altLang="ko-KR" smtClean="0"/>
              <a:t>(</a:t>
            </a:r>
            <a:r>
              <a:rPr lang="ko-KR" altLang="en-US" smtClean="0"/>
              <a:t>번호</a:t>
            </a:r>
            <a:r>
              <a:rPr lang="en-US" altLang="ko-KR" smtClean="0"/>
              <a:t>))’</a:t>
            </a:r>
            <a:r>
              <a:rPr lang="ko-KR" altLang="en-US" smtClean="0"/>
              <a:t>는 하나의 세트</a:t>
            </a:r>
            <a:endParaRPr lang="en-US" altLang="ko-KR" smtClean="0"/>
          </a:p>
          <a:p>
            <a:r>
              <a:rPr lang="ko-KR" altLang="en-US" smtClean="0"/>
              <a:t>선택지를 선택 후 넘어가는 선택지를 몇 번 대사로 넘어가는 지를 </a:t>
            </a:r>
            <a:r>
              <a:rPr lang="en-US" altLang="ko-KR" smtClean="0"/>
              <a:t>‘</a:t>
            </a:r>
            <a:r>
              <a:rPr lang="ko-KR" altLang="en-US" smtClean="0"/>
              <a:t>구현지시문</a:t>
            </a:r>
            <a:r>
              <a:rPr lang="en-US" altLang="ko-KR" smtClean="0"/>
              <a:t>’</a:t>
            </a:r>
            <a:r>
              <a:rPr lang="ko-KR" altLang="en-US" smtClean="0"/>
              <a:t>을 추가해서 적어주면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043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엑셀 파일에 이미지 넣기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넣고 싶은 이미지 파일을 파일로 저장하기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이미지를 넣고 싶은 셀 우클릭 → 메모 서식 → </a:t>
            </a:r>
            <a:r>
              <a:rPr lang="ko-KR" altLang="en-US"/>
              <a:t>메모의 테두리 </a:t>
            </a:r>
            <a:r>
              <a:rPr lang="ko-KR" altLang="en-US"/>
              <a:t>클릭 </a:t>
            </a:r>
            <a:r>
              <a:rPr lang="ko-KR" altLang="en-US" smtClean="0"/>
              <a:t>후 메모서식 → 색 및 선 → 채우기 → 채우기 효과 → 그림 → 로컬 파일에 저장한 이미지 → 그림의 가로세로비율 고정 </a:t>
            </a:r>
            <a:r>
              <a:rPr lang="en-US" altLang="ko-KR" smtClean="0"/>
              <a:t>‘</a:t>
            </a:r>
            <a:r>
              <a:rPr lang="ko-KR" altLang="en-US" smtClean="0"/>
              <a:t>해제</a:t>
            </a:r>
            <a:r>
              <a:rPr lang="en-US" altLang="ko-KR" smtClean="0"/>
              <a:t>’</a:t>
            </a:r>
            <a:endParaRPr lang="en-US" altLang="ko-KR"/>
          </a:p>
          <a:p>
            <a:r>
              <a:rPr lang="en-US" altLang="ko-KR" smtClean="0"/>
              <a:t>‘</a:t>
            </a:r>
            <a:r>
              <a:rPr lang="ko-KR" altLang="en-US" smtClean="0"/>
              <a:t>메모 표시 숨기기</a:t>
            </a:r>
            <a:r>
              <a:rPr lang="en-US" altLang="ko-KR" smtClean="0"/>
              <a:t>＇</a:t>
            </a:r>
            <a:r>
              <a:rPr lang="ko-KR" altLang="en-US" smtClean="0"/>
              <a:t>가 </a:t>
            </a:r>
            <a:r>
              <a:rPr lang="en-US" altLang="ko-KR" smtClean="0"/>
              <a:t>default.</a:t>
            </a:r>
          </a:p>
          <a:p>
            <a:pPr lvl="1"/>
            <a:r>
              <a:rPr lang="ko-KR" altLang="en-US"/>
              <a:t>메모 넣은 셀을 </a:t>
            </a:r>
            <a:r>
              <a:rPr lang="ko-KR" altLang="en-US"/>
              <a:t>우클릭해서 </a:t>
            </a:r>
            <a:r>
              <a:rPr lang="en-US" altLang="ko-KR" smtClean="0"/>
              <a:t>‘</a:t>
            </a:r>
            <a:r>
              <a:rPr lang="ko-KR" altLang="en-US" smtClean="0"/>
              <a:t>메모 표시 숨기기</a:t>
            </a:r>
            <a:r>
              <a:rPr lang="en-US" altLang="ko-KR" smtClean="0"/>
              <a:t>＇</a:t>
            </a:r>
            <a:r>
              <a:rPr lang="ko-KR" altLang="en-US" smtClean="0"/>
              <a:t>를 한 번 더 클릭하면 항상 메모가 떠있게 할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259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271</Words>
  <Application>Microsoft Office PowerPoint</Application>
  <PresentationFormat>와이드스크린</PresentationFormat>
  <Paragraphs>39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혼자서도 만들 수 있는 게임 – 명작 중 명작 – [역전재판]</vt:lpstr>
      <vt:lpstr>[산나비] – 5챕터</vt:lpstr>
      <vt:lpstr>퀘스트</vt:lpstr>
      <vt:lpstr>PowerPoint 프레젠테이션</vt:lpstr>
      <vt:lpstr>PowerPoint 프레젠테이션</vt:lpstr>
      <vt:lpstr>진행 대사 엑셀 파일</vt:lpstr>
      <vt:lpstr>진행 대사 엑셀 파일</vt:lpstr>
      <vt:lpstr>진행 대사 엑셀 파일</vt:lpstr>
      <vt:lpstr>엑셀 파일에 이미지 넣기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6</cp:revision>
  <dcterms:created xsi:type="dcterms:W3CDTF">2026-07-03T04:55:53Z</dcterms:created>
  <dcterms:modified xsi:type="dcterms:W3CDTF">2026-07-03T06:55:31Z</dcterms:modified>
</cp:coreProperties>
</file>