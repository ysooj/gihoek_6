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40" d="100"/>
          <a:sy n="40" d="100"/>
        </p:scale>
        <p:origin x="3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053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569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747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593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02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3884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6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102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3833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38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902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35013-28FB-4279-9C06-7C35B887EBF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E6BBC7-2B28-4BA3-AC4B-90A6970341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261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48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1</cp:revision>
  <dcterms:created xsi:type="dcterms:W3CDTF">2026-07-03T04:55:53Z</dcterms:created>
  <dcterms:modified xsi:type="dcterms:W3CDTF">2026-07-03T04:57:39Z</dcterms:modified>
</cp:coreProperties>
</file>