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73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85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0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68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63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081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86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702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38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32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94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7D7DD-72E3-4A4E-96EB-CBAE05918F3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1E7AA-A817-4164-856C-61057FB90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39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재밌는 애니메이션이 생각날 정도의 코믹한 상황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리마커블 </a:t>
            </a:r>
            <a:r>
              <a:rPr lang="en-US" altLang="ko-KR" smtClean="0"/>
              <a:t>( Remarkable )</a:t>
            </a:r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– </a:t>
            </a:r>
            <a:r>
              <a:rPr lang="ko-KR" altLang="en-US" smtClean="0"/>
              <a:t>헬멧을 쓰면 컨트롤 대상이 바뀐다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>
                <a:solidFill>
                  <a:srgbClr val="FF0000"/>
                </a:solidFill>
              </a:rPr>
              <a:t>나중에 다시 정리해야함</a:t>
            </a:r>
            <a:endParaRPr lang="en-US" altLang="ko-KR" b="1" smtClean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altLang="ko-KR" b="1">
              <a:solidFill>
                <a:srgbClr val="FF0000"/>
              </a:solidFill>
            </a:endParaRPr>
          </a:p>
          <a:p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64817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연계 퀘스트는 무조건 </a:t>
            </a:r>
            <a:r>
              <a:rPr lang="en-US" altLang="ko-KR" smtClean="0"/>
              <a:t>3~5</a:t>
            </a:r>
            <a:r>
              <a:rPr lang="ko-KR" altLang="en-US" smtClean="0"/>
              <a:t>개 만들자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00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해야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84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37</Words>
  <Application>Microsoft Office PowerPoint</Application>
  <PresentationFormat>와이드스크린</PresentationFormat>
  <Paragraphs>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퀘스트 포트폴리오</vt:lpstr>
      <vt:lpstr>퀘스트 포트폴리오</vt:lpstr>
      <vt:lpstr>해야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퀘스트 포트폴리오</dc:title>
  <dc:creator>FullName</dc:creator>
  <cp:lastModifiedBy>FullName</cp:lastModifiedBy>
  <cp:revision>2</cp:revision>
  <dcterms:created xsi:type="dcterms:W3CDTF">2026-06-17T05:00:49Z</dcterms:created>
  <dcterms:modified xsi:type="dcterms:W3CDTF">2026-06-17T07:01:16Z</dcterms:modified>
</cp:coreProperties>
</file>