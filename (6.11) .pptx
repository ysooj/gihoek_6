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4" r:id="rId18"/>
    <p:sldId id="275" r:id="rId19"/>
    <p:sldId id="276" r:id="rId20"/>
    <p:sldId id="280" r:id="rId21"/>
    <p:sldId id="277" r:id="rId22"/>
    <p:sldId id="279" r:id="rId23"/>
    <p:sldId id="278" r:id="rId2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B46FD3"/>
    <a:srgbClr val="4EE267"/>
    <a:srgbClr val="6AC66A"/>
    <a:srgbClr val="E5CD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DB78-5944-475C-BEAB-58E88C81119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384-58FB-4EA8-A7D5-43D8E6AF1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948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DB78-5944-475C-BEAB-58E88C81119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384-58FB-4EA8-A7D5-43D8E6AF1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884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DB78-5944-475C-BEAB-58E88C81119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384-58FB-4EA8-A7D5-43D8E6AF1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7144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DB78-5944-475C-BEAB-58E88C81119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384-58FB-4EA8-A7D5-43D8E6AF1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74841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DB78-5944-475C-BEAB-58E88C81119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384-58FB-4EA8-A7D5-43D8E6AF1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4494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DB78-5944-475C-BEAB-58E88C81119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384-58FB-4EA8-A7D5-43D8E6AF1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301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DB78-5944-475C-BEAB-58E88C81119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384-58FB-4EA8-A7D5-43D8E6AF1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39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DB78-5944-475C-BEAB-58E88C81119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384-58FB-4EA8-A7D5-43D8E6AF1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28218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DB78-5944-475C-BEAB-58E88C81119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384-58FB-4EA8-A7D5-43D8E6AF1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321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DB78-5944-475C-BEAB-58E88C81119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384-58FB-4EA8-A7D5-43D8E6AF1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4532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74DB78-5944-475C-BEAB-58E88C81119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40384-58FB-4EA8-A7D5-43D8E6AF1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3419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4DB78-5944-475C-BEAB-58E88C811190}" type="datetimeFigureOut">
              <a:rPr lang="ko-KR" altLang="en-US" smtClean="0"/>
              <a:t>2026-06-11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040384-58FB-4EA8-A7D5-43D8E6AF1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925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microsoft.com/office/2007/relationships/hdphoto" Target="../media/hdphoto1.wdp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mtClean="0"/>
              <a:t>Quest = </a:t>
            </a:r>
            <a:r>
              <a:rPr lang="ko-KR" altLang="en-US" smtClean="0"/>
              <a:t>콘텐츠의 </a:t>
            </a:r>
            <a:r>
              <a:rPr lang="ko-KR" altLang="en-US" b="1" smtClean="0"/>
              <a:t>리드</a:t>
            </a:r>
            <a:r>
              <a:rPr lang="en-US" altLang="ko-KR" b="1" smtClean="0"/>
              <a:t>, </a:t>
            </a:r>
            <a:r>
              <a:rPr lang="ko-KR" altLang="en-US" b="1" smtClean="0"/>
              <a:t>리딩</a:t>
            </a:r>
            <a:r>
              <a:rPr lang="ko-KR" altLang="en-US" smtClean="0"/>
              <a:t>을 담당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시네마틱</a:t>
            </a:r>
            <a:r>
              <a:rPr lang="en-US" altLang="ko-KR" smtClean="0"/>
              <a:t>, </a:t>
            </a:r>
            <a:r>
              <a:rPr lang="ko-KR" altLang="en-US" smtClean="0"/>
              <a:t>성우</a:t>
            </a:r>
            <a:r>
              <a:rPr lang="en-US" altLang="ko-KR" smtClean="0"/>
              <a:t>/NPC</a:t>
            </a:r>
            <a:r>
              <a:rPr lang="ko-KR" altLang="en-US" smtClean="0"/>
              <a:t>들의 연기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퀘스트는 콘텐츠를 읽어주거나 이끌어주는 것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304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리드 콘텐츠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몬스터  </a:t>
            </a:r>
            <a:r>
              <a:rPr lang="en-US" altLang="ko-KR" smtClean="0"/>
              <a:t>/ NPC</a:t>
            </a:r>
            <a:r>
              <a:rPr lang="ko-KR" altLang="en-US" smtClean="0"/>
              <a:t>의 머리 위에 있는 </a:t>
            </a:r>
            <a:r>
              <a:rPr lang="en-US" altLang="ko-KR" smtClean="0"/>
              <a:t>‘!’</a:t>
            </a:r>
          </a:p>
          <a:p>
            <a:r>
              <a:rPr lang="ko-KR" altLang="en-US" smtClean="0"/>
              <a:t>새로운 스킬 앞에 노란 점</a:t>
            </a:r>
            <a:endParaRPr lang="en-US" altLang="ko-KR" smtClean="0"/>
          </a:p>
          <a:p>
            <a:r>
              <a:rPr lang="ko-KR" altLang="en-US" smtClean="0"/>
              <a:t>금이 간 벽</a:t>
            </a:r>
            <a:endParaRPr lang="en-US" altLang="ko-KR" smtClean="0"/>
          </a:p>
          <a:p>
            <a:r>
              <a:rPr lang="ko-KR" altLang="en-US" smtClean="0"/>
              <a:t>책상 아래 반짝이는 동전</a:t>
            </a:r>
            <a:r>
              <a:rPr lang="en-US" altLang="ko-KR" smtClean="0"/>
              <a:t>([</a:t>
            </a:r>
            <a:r>
              <a:rPr lang="ko-KR" altLang="en-US" smtClean="0"/>
              <a:t>젤다의 전설</a:t>
            </a:r>
            <a:r>
              <a:rPr lang="en-US" altLang="ko-KR" smtClean="0"/>
              <a:t>] - </a:t>
            </a:r>
            <a:r>
              <a:rPr lang="ko-KR" altLang="en-US" smtClean="0"/>
              <a:t>자연스럽게 엎드려서 이동하는 방법을 배울 수 있는 튜토리얼로 사용</a:t>
            </a:r>
            <a:r>
              <a:rPr lang="en-US" altLang="ko-KR" smtClean="0"/>
              <a:t>)</a:t>
            </a:r>
          </a:p>
          <a:p>
            <a:r>
              <a:rPr lang="ko-KR" altLang="en-US" smtClean="0"/>
              <a:t>빛이 새어나오는 문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빛</a:t>
            </a:r>
            <a:r>
              <a:rPr lang="en-US" altLang="ko-KR" smtClean="0"/>
              <a:t>, UI, </a:t>
            </a:r>
            <a:r>
              <a:rPr lang="ko-KR" altLang="en-US" smtClean="0"/>
              <a:t>상호작용 구조물 등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813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미션을 달성했는지 확인할 수 있는 조건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위치 좌표</a:t>
            </a:r>
            <a:r>
              <a:rPr lang="en-US" altLang="ko-KR" smtClean="0"/>
              <a:t>, </a:t>
            </a:r>
            <a:r>
              <a:rPr lang="ko-KR" altLang="en-US" smtClean="0"/>
              <a:t>반경 등 </a:t>
            </a:r>
            <a:r>
              <a:rPr lang="en-US" altLang="ko-KR" smtClean="0"/>
              <a:t>PC</a:t>
            </a:r>
            <a:r>
              <a:rPr lang="ko-KR" altLang="en-US" smtClean="0"/>
              <a:t>의 </a:t>
            </a:r>
            <a:r>
              <a:rPr lang="en-US" altLang="ko-KR" smtClean="0"/>
              <a:t>DB(</a:t>
            </a:r>
            <a:r>
              <a:rPr lang="ko-KR" altLang="en-US" smtClean="0"/>
              <a:t>데이터베이스</a:t>
            </a:r>
            <a:r>
              <a:rPr lang="en-US" altLang="ko-KR" smtClean="0"/>
              <a:t>)</a:t>
            </a:r>
            <a:r>
              <a:rPr lang="ko-KR" altLang="en-US" smtClean="0"/>
              <a:t>로</a:t>
            </a:r>
            <a:endParaRPr lang="en-US" altLang="ko-KR" smtClean="0"/>
          </a:p>
          <a:p>
            <a:endParaRPr lang="en-US" altLang="ko-KR"/>
          </a:p>
          <a:p>
            <a:endParaRPr lang="en-US" altLang="ko-KR" smtClean="0"/>
          </a:p>
          <a:p>
            <a:r>
              <a:rPr lang="ko-KR" altLang="en-US" smtClean="0"/>
              <a:t>선생님 </a:t>
            </a:r>
            <a:r>
              <a:rPr lang="en-US" altLang="ko-KR" smtClean="0"/>
              <a:t>– </a:t>
            </a:r>
            <a:r>
              <a:rPr lang="ko-KR" altLang="en-US" smtClean="0"/>
              <a:t>퀘스트 </a:t>
            </a:r>
            <a:r>
              <a:rPr lang="en-US" altLang="ko-KR" smtClean="0"/>
              <a:t>850</a:t>
            </a:r>
            <a:r>
              <a:rPr lang="ko-KR" altLang="en-US" smtClean="0"/>
              <a:t>개 만드는 데 </a:t>
            </a:r>
            <a:r>
              <a:rPr lang="en-US" altLang="ko-KR" smtClean="0"/>
              <a:t>3</a:t>
            </a:r>
            <a:r>
              <a:rPr lang="ko-KR" altLang="en-US" smtClean="0"/>
              <a:t>주</a:t>
            </a:r>
            <a:r>
              <a:rPr lang="en-US" altLang="ko-KR" smtClean="0"/>
              <a:t>, 1200</a:t>
            </a:r>
            <a:r>
              <a:rPr lang="ko-KR" altLang="en-US" smtClean="0"/>
              <a:t>개에 </a:t>
            </a:r>
            <a:r>
              <a:rPr lang="en-US" altLang="ko-KR" smtClean="0"/>
              <a:t>4</a:t>
            </a:r>
            <a:r>
              <a:rPr lang="ko-KR" altLang="en-US" smtClean="0"/>
              <a:t>주 걸림</a:t>
            </a:r>
            <a:endParaRPr lang="en-US" altLang="ko-KR" smtClean="0"/>
          </a:p>
          <a:p>
            <a:r>
              <a:rPr lang="ko-KR" altLang="en-US" smtClean="0"/>
              <a:t>조건들을 가지고 놀아서 만드는 데 얼마 안 걸린 것</a:t>
            </a:r>
            <a:r>
              <a:rPr lang="en-US" altLang="ko-KR" smtClean="0"/>
              <a:t>!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50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779" y="405275"/>
            <a:ext cx="10074442" cy="604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023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조건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ko-KR" altLang="en-US" smtClean="0"/>
              <a:t>충돌</a:t>
            </a:r>
            <a:endParaRPr lang="en-US" altLang="ko-KR" smtClean="0"/>
          </a:p>
          <a:p>
            <a:pPr lvl="1"/>
            <a:r>
              <a:rPr lang="ko-KR" altLang="en-US" smtClean="0"/>
              <a:t>플레이어가 보이지 않는 </a:t>
            </a:r>
            <a:r>
              <a:rPr lang="en-US" altLang="ko-KR" smtClean="0"/>
              <a:t>Box</a:t>
            </a:r>
            <a:r>
              <a:rPr lang="ko-KR" altLang="en-US" smtClean="0"/>
              <a:t>에 충돌했는가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플레이어가 강아지와 함께</a:t>
            </a:r>
            <a:r>
              <a:rPr lang="en-US" altLang="ko-KR" smtClean="0"/>
              <a:t>(</a:t>
            </a:r>
            <a:r>
              <a:rPr lang="ko-KR" altLang="en-US" smtClean="0"/>
              <a:t>반경 </a:t>
            </a:r>
            <a:r>
              <a:rPr lang="en-US" altLang="ko-KR" smtClean="0"/>
              <a:t>5m </a:t>
            </a:r>
            <a:r>
              <a:rPr lang="ko-KR" altLang="en-US" smtClean="0"/>
              <a:t>내</a:t>
            </a:r>
            <a:r>
              <a:rPr lang="en-US" altLang="ko-KR" smtClean="0"/>
              <a:t>) </a:t>
            </a:r>
            <a:r>
              <a:rPr lang="ko-KR" altLang="en-US" smtClean="0"/>
              <a:t>박스에 충돌했는가</a:t>
            </a:r>
            <a:endParaRPr lang="en-US" altLang="ko-KR" smtClean="0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Volume In</a:t>
            </a:r>
          </a:p>
          <a:p>
            <a:pPr lvl="1"/>
            <a:r>
              <a:rPr lang="en-US" altLang="ko-KR" smtClean="0"/>
              <a:t>Box </a:t>
            </a:r>
            <a:r>
              <a:rPr lang="ko-KR" altLang="en-US" smtClean="0"/>
              <a:t>안에 계속 있을 때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교실 안에 있는 동안 바깥의 발소리가 점점 크게 들림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r>
              <a:rPr lang="en-US" altLang="ko-KR" smtClean="0"/>
              <a:t>Volume Out</a:t>
            </a:r>
          </a:p>
          <a:p>
            <a:pPr lvl="1"/>
            <a:r>
              <a:rPr lang="en-US" altLang="ko-KR" smtClean="0"/>
              <a:t>Box </a:t>
            </a:r>
            <a:r>
              <a:rPr lang="ko-KR" altLang="en-US" smtClean="0"/>
              <a:t>밖으로 나왔을 때</a:t>
            </a:r>
            <a:endParaRPr lang="en-US" altLang="ko-KR" smtClean="0"/>
          </a:p>
          <a:p>
            <a:pPr lvl="1"/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화장실 안에 들어갈 땐 아무 일도 </a:t>
            </a:r>
            <a:r>
              <a:rPr lang="en-US" altLang="ko-KR" smtClean="0"/>
              <a:t>x, </a:t>
            </a:r>
            <a:r>
              <a:rPr lang="ko-KR" altLang="en-US" smtClean="0"/>
              <a:t>나오니까 무슨 일이 발생</a:t>
            </a:r>
            <a:r>
              <a:rPr lang="en-US" altLang="ko-KR" smtClean="0"/>
              <a:t>o</a:t>
            </a:r>
            <a:endParaRPr lang="en-US" altLang="ko-KR"/>
          </a:p>
          <a:p>
            <a:pPr marL="514350" indent="-514350">
              <a:buFont typeface="+mj-lt"/>
              <a:buAutoNum type="arabicPeriod"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767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업적 </a:t>
            </a:r>
            <a:r>
              <a:rPr lang="en-US" altLang="ko-KR" smtClean="0"/>
              <a:t>/ </a:t>
            </a:r>
            <a:r>
              <a:rPr lang="ko-KR" altLang="en-US" smtClean="0"/>
              <a:t>퀘스트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우리가 게임을 하는 동안 </a:t>
            </a:r>
            <a:r>
              <a:rPr lang="en-US" altLang="ko-KR" smtClean="0"/>
              <a:t>log data</a:t>
            </a:r>
            <a:r>
              <a:rPr lang="ko-KR" altLang="en-US" smtClean="0"/>
              <a:t>를 계속 남긴다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이것만 알고 있어도</a:t>
            </a:r>
            <a:endParaRPr lang="en-US" altLang="ko-KR" smtClean="0"/>
          </a:p>
          <a:p>
            <a:r>
              <a:rPr lang="ko-KR" altLang="en-US" smtClean="0"/>
              <a:t>업적 </a:t>
            </a:r>
            <a:r>
              <a:rPr lang="en-US" altLang="ko-KR" smtClean="0"/>
              <a:t>/ </a:t>
            </a:r>
            <a:r>
              <a:rPr lang="ko-KR" altLang="en-US" smtClean="0"/>
              <a:t>퀘스트를 잘 만들 수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4289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905" y="210646"/>
            <a:ext cx="9978190" cy="643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12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퀘스트 예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몬스터를 여기까지 데리고 왔니</a:t>
            </a:r>
            <a:r>
              <a:rPr lang="en-US" altLang="ko-KR" smtClean="0"/>
              <a:t>?</a:t>
            </a:r>
          </a:p>
          <a:p>
            <a:endParaRPr lang="en-US" altLang="ko-KR" smtClean="0"/>
          </a:p>
          <a:p>
            <a:r>
              <a:rPr lang="ko-KR" altLang="en-US" smtClean="0"/>
              <a:t>플레이어가 특정 장소에서 특정 동작을 수행하고 있는지</a:t>
            </a:r>
            <a:r>
              <a:rPr lang="en-US" altLang="ko-KR" smtClean="0"/>
              <a:t>, </a:t>
            </a:r>
            <a:r>
              <a:rPr lang="ko-KR" altLang="en-US" smtClean="0"/>
              <a:t>얼마나 시간이 지났는지를 설정하고 </a:t>
            </a:r>
            <a:r>
              <a:rPr lang="en-US" altLang="ko-KR" smtClean="0"/>
              <a:t>NPC </a:t>
            </a:r>
            <a:r>
              <a:rPr lang="ko-KR" altLang="en-US" smtClean="0"/>
              <a:t>연출을 보여줄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옥수수받에 엎드려서 </a:t>
            </a:r>
            <a:r>
              <a:rPr lang="en-US" altLang="ko-KR" smtClean="0"/>
              <a:t>35</a:t>
            </a:r>
            <a:r>
              <a:rPr lang="ko-KR" altLang="en-US" smtClean="0"/>
              <a:t>초 동안 있는 동안 </a:t>
            </a:r>
            <a:r>
              <a:rPr lang="en-US" altLang="ko-KR" smtClean="0"/>
              <a:t>NPC</a:t>
            </a:r>
            <a:r>
              <a:rPr lang="ko-KR" altLang="en-US" smtClean="0"/>
              <a:t>들이 은밀히 만나서 대화하는 연기를 한다</a:t>
            </a:r>
            <a:r>
              <a:rPr lang="en-US" altLang="ko-KR" smtClean="0"/>
              <a:t>. – </a:t>
            </a:r>
            <a:r>
              <a:rPr lang="ko-KR" altLang="en-US" smtClean="0"/>
              <a:t>잠입 퀘스트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15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98434"/>
            <a:ext cx="9448800" cy="6461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123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smtClean="0"/>
              <a:t>[</a:t>
            </a:r>
            <a:r>
              <a:rPr lang="ko-KR" altLang="en-US" sz="3600" smtClean="0"/>
              <a:t>홈스위트홈</a:t>
            </a:r>
            <a:r>
              <a:rPr lang="en-US" altLang="ko-KR" sz="3600" smtClean="0"/>
              <a:t>] – </a:t>
            </a:r>
            <a:r>
              <a:rPr lang="ko-KR" altLang="en-US" sz="3600" smtClean="0"/>
              <a:t>수탉 </a:t>
            </a:r>
            <a:r>
              <a:rPr lang="en-US" altLang="ko-KR" sz="3600" smtClean="0"/>
              <a:t>– </a:t>
            </a:r>
            <a:r>
              <a:rPr lang="ko-KR" altLang="en-US" sz="3600" smtClean="0"/>
              <a:t>퀘스트 분석하면서 보기</a:t>
            </a:r>
            <a:endParaRPr lang="ko-KR" altLang="en-US" sz="36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보이지 않는 </a:t>
            </a:r>
            <a:r>
              <a:rPr lang="en-US" altLang="ko-KR" smtClean="0"/>
              <a:t>Mesh</a:t>
            </a:r>
            <a:r>
              <a:rPr lang="ko-KR" altLang="en-US" smtClean="0"/>
              <a:t>에 박아놓은 이미지</a:t>
            </a:r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2501" y="2478505"/>
            <a:ext cx="6980611" cy="3917946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8758989" y="3585411"/>
            <a:ext cx="1467853" cy="1395663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7454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smtClean="0"/>
              <a:t>[</a:t>
            </a:r>
            <a:r>
              <a:rPr lang="ko-KR" altLang="en-US" sz="3600" smtClean="0"/>
              <a:t>홈스위트홈</a:t>
            </a:r>
            <a:r>
              <a:rPr lang="en-US" altLang="ko-KR" sz="3600" smtClean="0"/>
              <a:t>] – </a:t>
            </a:r>
            <a:r>
              <a:rPr lang="ko-KR" altLang="en-US" sz="3600" smtClean="0"/>
              <a:t>수탉 </a:t>
            </a:r>
            <a:r>
              <a:rPr lang="en-US" altLang="ko-KR" sz="3600" smtClean="0"/>
              <a:t>– </a:t>
            </a:r>
            <a:r>
              <a:rPr lang="ko-KR" altLang="en-US" sz="3600" smtClean="0"/>
              <a:t>퀘스트 분석하면서 보기</a:t>
            </a:r>
            <a:endParaRPr lang="ko-KR" altLang="en-US" sz="36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특정 위치에 오면 기침하기 </a:t>
            </a:r>
            <a:r>
              <a:rPr lang="en-US" altLang="ko-KR" smtClean="0"/>
              <a:t>– </a:t>
            </a:r>
            <a:r>
              <a:rPr lang="ko-KR" altLang="en-US" smtClean="0"/>
              <a:t>리소스 호출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방 안에 들어오고 몇 초가 지나면 문이 닫혀서 이전 공간으로 못 돌아간다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고민하는 공간을 줄이면 플레이가 쉬워진다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플레이어가 키를 찾아야 하니까</a:t>
            </a:r>
            <a:r>
              <a:rPr lang="en-US" altLang="ko-KR" smtClean="0"/>
              <a:t>, </a:t>
            </a:r>
            <a:r>
              <a:rPr lang="ko-KR" altLang="en-US" smtClean="0"/>
              <a:t>키를 찾아다닐 공간을 줄여서 난이도를 낮추는 것</a:t>
            </a:r>
            <a:endParaRPr lang="en-US" altLang="ko-KR" smtClean="0"/>
          </a:p>
          <a:p>
            <a:r>
              <a:rPr lang="ko-KR" altLang="en-US" smtClean="0"/>
              <a:t>중요한 아이템은 플레이어의 일정 시야 안에 들어오면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테두리 링으로 하이라이트를 준다</a:t>
            </a:r>
            <a:r>
              <a:rPr lang="en-US" altLang="ko-KR" smtClean="0"/>
              <a:t>.</a:t>
            </a:r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355" y="5192536"/>
            <a:ext cx="1838582" cy="133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755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사운드도 일정 반경으로 설정할 수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중심점에 가까울 수록 볼륨 </a:t>
            </a:r>
            <a:r>
              <a:rPr lang="en-US" altLang="ko-KR" smtClean="0"/>
              <a:t>20, </a:t>
            </a:r>
            <a:r>
              <a:rPr lang="ko-KR" altLang="en-US" smtClean="0"/>
              <a:t>멀어질 수록 볼륨 </a:t>
            </a:r>
            <a:r>
              <a:rPr lang="en-US" altLang="ko-KR" smtClean="0"/>
              <a:t>5 </a:t>
            </a:r>
            <a:r>
              <a:rPr lang="ko-KR" altLang="en-US" smtClean="0"/>
              <a:t>이런 식으로 설계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플레이어가 특정 위치에 오면 오브젝트가 떨어진다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smtClean="0"/>
              <a:t>[</a:t>
            </a:r>
            <a:r>
              <a:rPr lang="ko-KR" altLang="en-US" sz="3600" smtClean="0"/>
              <a:t>홈스위트홈</a:t>
            </a:r>
            <a:r>
              <a:rPr lang="en-US" altLang="ko-KR" sz="3600" smtClean="0"/>
              <a:t>] – </a:t>
            </a:r>
            <a:r>
              <a:rPr lang="ko-KR" altLang="en-US" sz="3600" smtClean="0"/>
              <a:t>수탉 </a:t>
            </a:r>
            <a:r>
              <a:rPr lang="en-US" altLang="ko-KR" sz="3600" smtClean="0"/>
              <a:t>– </a:t>
            </a:r>
            <a:r>
              <a:rPr lang="ko-KR" altLang="en-US" sz="3600" smtClean="0"/>
              <a:t>퀘스트 분석하면서 보기</a:t>
            </a:r>
            <a:endParaRPr lang="ko-KR" altLang="en-US" sz="3600"/>
          </a:p>
        </p:txBody>
      </p:sp>
    </p:spTree>
    <p:extLst>
      <p:ext uri="{BB962C8B-B14F-4D97-AF65-F5344CB8AC3E}">
        <p14:creationId xmlns:p14="http://schemas.microsoft.com/office/powerpoint/2010/main" val="1346708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후레쉬를 들고 있기 때문에</a:t>
            </a:r>
            <a:r>
              <a:rPr lang="en-US" altLang="ko-KR" smtClean="0"/>
              <a:t>, </a:t>
            </a:r>
            <a:r>
              <a:rPr lang="ko-KR" altLang="en-US" smtClean="0"/>
              <a:t>몬스터가 나오는 패턴</a:t>
            </a:r>
            <a:endParaRPr lang="en-US" altLang="ko-KR"/>
          </a:p>
          <a:p>
            <a:r>
              <a:rPr lang="ko-KR" altLang="en-US" smtClean="0"/>
              <a:t>사슴의 패턴을 쪽지로 힌트를 준다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(‘</a:t>
            </a:r>
            <a:r>
              <a:rPr lang="ko-KR" altLang="en-US" smtClean="0"/>
              <a:t>사슴은 무시받는 걸 싫어한다</a:t>
            </a:r>
            <a:r>
              <a:rPr lang="en-US" altLang="ko-KR" smtClean="0"/>
              <a:t>.’)</a:t>
            </a:r>
          </a:p>
          <a:p>
            <a:r>
              <a:rPr lang="ko-KR" altLang="en-US" smtClean="0"/>
              <a:t>플레이어의 화면 안에 있는 동안 사슴은 움직이지 않는다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smtClean="0"/>
              <a:t>[</a:t>
            </a:r>
            <a:r>
              <a:rPr lang="ko-KR" altLang="en-US" sz="3600" smtClean="0"/>
              <a:t>크리스마스인데 나홀로 집에</a:t>
            </a:r>
            <a:r>
              <a:rPr lang="en-US" altLang="ko-KR" sz="3600" smtClean="0"/>
              <a:t>] – </a:t>
            </a:r>
            <a:r>
              <a:rPr lang="ko-KR" altLang="en-US" sz="3600" smtClean="0"/>
              <a:t>수탉 </a:t>
            </a:r>
            <a:r>
              <a:rPr lang="en-US" altLang="ko-KR" sz="3600" smtClean="0"/>
              <a:t>– </a:t>
            </a:r>
            <a:r>
              <a:rPr lang="ko-KR" altLang="en-US" sz="3600" b="1" smtClean="0">
                <a:solidFill>
                  <a:schemeClr val="accent4"/>
                </a:solidFill>
              </a:rPr>
              <a:t>응용하기</a:t>
            </a:r>
            <a:endParaRPr lang="ko-KR" altLang="en-US" sz="3600" b="1">
              <a:solidFill>
                <a:schemeClr val="accent4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884" y="3844013"/>
            <a:ext cx="4997116" cy="3013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411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원래는 바닥에 피가 없는 장소였다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트리거 발동 </a:t>
            </a:r>
            <a:r>
              <a:rPr lang="en-US" altLang="ko-KR" smtClean="0"/>
              <a:t>– </a:t>
            </a:r>
            <a:r>
              <a:rPr lang="ko-KR" altLang="en-US" smtClean="0"/>
              <a:t>플레이어가 문을 열면</a:t>
            </a:r>
            <a:endParaRPr lang="en-US" altLang="ko-KR" smtClean="0"/>
          </a:p>
          <a:p>
            <a:r>
              <a:rPr lang="ko-KR" altLang="en-US" smtClean="0"/>
              <a:t>플레이어는 워프된다</a:t>
            </a:r>
            <a:r>
              <a:rPr lang="en-US" altLang="ko-KR" smtClean="0"/>
              <a:t>. – </a:t>
            </a:r>
            <a:r>
              <a:rPr lang="ko-KR" altLang="en-US" smtClean="0"/>
              <a:t>바닥에 피가 있는 비슷하게 생긴 맵이지만 이전의 장소들과는 이어지지 않는 맵으로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종류</a:t>
            </a:r>
            <a:endParaRPr lang="en-US" altLang="ko-KR"/>
          </a:p>
          <a:p>
            <a:r>
              <a:rPr lang="en-US" altLang="ko-KR" smtClean="0"/>
              <a:t>Call Resource</a:t>
            </a:r>
          </a:p>
          <a:p>
            <a:r>
              <a:rPr lang="en-US" altLang="ko-KR" smtClean="0"/>
              <a:t>warp</a:t>
            </a:r>
            <a:endParaRPr lang="ko-KR" altLang="en-US" smtClean="0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smtClean="0"/>
              <a:t>[</a:t>
            </a:r>
            <a:r>
              <a:rPr lang="ko-KR" altLang="en-US" sz="3600" smtClean="0"/>
              <a:t>홈스위트홈</a:t>
            </a:r>
            <a:r>
              <a:rPr lang="en-US" altLang="ko-KR" sz="3600" smtClean="0"/>
              <a:t>] – </a:t>
            </a:r>
            <a:r>
              <a:rPr lang="ko-KR" altLang="en-US" sz="3600" smtClean="0"/>
              <a:t>수탉 </a:t>
            </a:r>
            <a:r>
              <a:rPr lang="en-US" altLang="ko-KR" sz="3600" smtClean="0"/>
              <a:t>– </a:t>
            </a:r>
            <a:r>
              <a:rPr lang="ko-KR" altLang="en-US" sz="3600" smtClean="0"/>
              <a:t>퀘스트 분석하면서 보기</a:t>
            </a:r>
            <a:endParaRPr lang="ko-KR" altLang="en-US" sz="3600"/>
          </a:p>
        </p:txBody>
      </p:sp>
    </p:spTree>
    <p:extLst>
      <p:ext uri="{BB962C8B-B14F-4D97-AF65-F5344CB8AC3E}">
        <p14:creationId xmlns:p14="http://schemas.microsoft.com/office/powerpoint/2010/main" val="15034859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플레이어가 숨을 수 있는 캐비닛에 숨고 몇 초 지나면 귀신이 와서 플레이어를 찾는 연기를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 오브젝트의 틈새로 바깥을 볼 수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있게 만든 이유 </a:t>
            </a:r>
            <a:r>
              <a:rPr lang="en-US" altLang="ko-KR" smtClean="0"/>
              <a:t>=&gt; </a:t>
            </a:r>
            <a:r>
              <a:rPr lang="ko-KR" altLang="en-US" smtClean="0"/>
              <a:t>귀신의 이동 수단이 피의 포탈임을 플레이어가 볼 수 있게 만든 것</a:t>
            </a:r>
            <a:endParaRPr lang="en-US" altLang="ko-KR" smtClean="0"/>
          </a:p>
          <a:p>
            <a:r>
              <a:rPr lang="ko-KR" altLang="en-US" smtClean="0"/>
              <a:t>플레이어는 이제 어떤 공간에서 피의 포탈을 보면 귀신이 올 수 있다는 걸 학습했다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smtClean="0"/>
              <a:t>[</a:t>
            </a:r>
            <a:r>
              <a:rPr lang="ko-KR" altLang="en-US" sz="3600" smtClean="0"/>
              <a:t>홈스위트홈</a:t>
            </a:r>
            <a:r>
              <a:rPr lang="en-US" altLang="ko-KR" sz="3600" smtClean="0"/>
              <a:t>] – </a:t>
            </a:r>
            <a:r>
              <a:rPr lang="ko-KR" altLang="en-US" sz="3600" smtClean="0"/>
              <a:t>수탉 </a:t>
            </a:r>
            <a:r>
              <a:rPr lang="en-US" altLang="ko-KR" sz="3600" smtClean="0"/>
              <a:t>– </a:t>
            </a:r>
            <a:r>
              <a:rPr lang="ko-KR" altLang="en-US" sz="3600" smtClean="0"/>
              <a:t>퀘스트 분석하면서 보기</a:t>
            </a:r>
            <a:endParaRPr lang="ko-KR" altLang="en-US" sz="360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655" y="5125453"/>
            <a:ext cx="2437413" cy="1732547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5618" y="5125453"/>
            <a:ext cx="2916382" cy="1732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851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3558" y="1825625"/>
            <a:ext cx="11004884" cy="4351338"/>
          </a:xfrm>
        </p:spPr>
        <p:txBody>
          <a:bodyPr/>
          <a:lstStyle/>
          <a:p>
            <a:r>
              <a:rPr lang="ko-KR" altLang="en-US" smtClean="0"/>
              <a:t>맵의 곳곳에 이벤트가 펼쳐져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플레이어가 특정 위치까지 오면 쥐가 지나간다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먼지 이펙트 </a:t>
            </a:r>
            <a:r>
              <a:rPr lang="en-US" altLang="ko-KR" smtClean="0"/>
              <a:t>=&gt; </a:t>
            </a:r>
            <a:r>
              <a:rPr lang="ko-KR" altLang="en-US" smtClean="0"/>
              <a:t>환경 이펙트</a:t>
            </a:r>
            <a:endParaRPr lang="en-US" altLang="ko-KR" smtClean="0"/>
          </a:p>
          <a:p>
            <a:r>
              <a:rPr lang="ko-KR" altLang="en-US" smtClean="0"/>
              <a:t>공기가 더럽다는 걸 표현하기도 하고</a:t>
            </a:r>
            <a:r>
              <a:rPr lang="en-US" altLang="ko-KR" smtClean="0"/>
              <a:t>, </a:t>
            </a:r>
            <a:r>
              <a:rPr lang="ko-KR" altLang="en-US" smtClean="0"/>
              <a:t>바퀴벌레처럼 보이기도 함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링 라이트를 통해 상호작용할 수 있는 오브젝트임을 알 수 있다</a:t>
            </a:r>
            <a:r>
              <a:rPr lang="en-US" altLang="ko-KR" smtClean="0"/>
              <a:t>.</a:t>
            </a:r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smtClean="0"/>
              <a:t>[</a:t>
            </a:r>
            <a:r>
              <a:rPr lang="ko-KR" altLang="en-US" sz="3600" smtClean="0"/>
              <a:t>홈스위트홈</a:t>
            </a:r>
            <a:r>
              <a:rPr lang="en-US" altLang="ko-KR" sz="3600" smtClean="0"/>
              <a:t>] – </a:t>
            </a:r>
            <a:r>
              <a:rPr lang="ko-KR" altLang="en-US" sz="3600" smtClean="0"/>
              <a:t>수탉 </a:t>
            </a:r>
            <a:r>
              <a:rPr lang="en-US" altLang="ko-KR" sz="3600" smtClean="0"/>
              <a:t>– </a:t>
            </a:r>
            <a:r>
              <a:rPr lang="ko-KR" altLang="en-US" sz="3600" smtClean="0"/>
              <a:t>퀘스트 분석하면서 보기</a:t>
            </a:r>
            <a:endParaRPr lang="ko-KR" altLang="en-US" sz="360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6421" y="5390147"/>
            <a:ext cx="2125579" cy="146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984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공포 게임 </a:t>
            </a:r>
            <a:r>
              <a:rPr lang="en-US" altLang="ko-KR" smtClean="0"/>
              <a:t>-&gt; </a:t>
            </a:r>
            <a:r>
              <a:rPr lang="ko-KR" altLang="en-US" smtClean="0"/>
              <a:t>타이밍을 뺏는 게 중요</a:t>
            </a:r>
            <a:endParaRPr lang="en-US" altLang="ko-KR" smtClean="0"/>
          </a:p>
          <a:p>
            <a:r>
              <a:rPr lang="ko-KR" altLang="en-US" smtClean="0"/>
              <a:t>즉</a:t>
            </a:r>
            <a:r>
              <a:rPr lang="en-US" altLang="ko-KR" smtClean="0"/>
              <a:t>, ‘</a:t>
            </a:r>
            <a:r>
              <a:rPr lang="ko-KR" altLang="en-US" smtClean="0"/>
              <a:t>여기서 귀신 나오겠지</a:t>
            </a:r>
            <a:r>
              <a:rPr lang="en-US" altLang="ko-KR" smtClean="0"/>
              <a:t>?’ </a:t>
            </a:r>
            <a:r>
              <a:rPr lang="ko-KR" altLang="en-US" smtClean="0"/>
              <a:t>할 때 안 나오고</a:t>
            </a:r>
            <a:r>
              <a:rPr lang="en-US" altLang="ko-KR" smtClean="0"/>
              <a:t>,</a:t>
            </a:r>
            <a:br>
              <a:rPr lang="en-US" altLang="ko-KR" smtClean="0"/>
            </a:br>
            <a:r>
              <a:rPr lang="ko-KR" altLang="en-US" smtClean="0"/>
              <a:t>플레이어가 안심할 때 귀신이 나오면 </a:t>
            </a:r>
            <a:r>
              <a:rPr lang="en-US" altLang="ko-KR" smtClean="0"/>
              <a:t>good</a:t>
            </a:r>
          </a:p>
          <a:p>
            <a:endParaRPr lang="en-US" altLang="ko-KR"/>
          </a:p>
          <a:p>
            <a:r>
              <a:rPr lang="ko-KR" altLang="en-US" smtClean="0"/>
              <a:t>귀신이 가까이에 있을 때 숨소리가 커지거나 폴터가이스트 현상이 나온다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귀신이 플레이어를 발견하면 소리를 지른 후 따라온다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=&gt; </a:t>
            </a:r>
            <a:r>
              <a:rPr lang="ko-KR" altLang="en-US" smtClean="0"/>
              <a:t>소리를 안 지르면 플레이어를 발견하지 못한 것이므로 따라오지 않는다는 것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smtClean="0"/>
              <a:t>[</a:t>
            </a:r>
            <a:r>
              <a:rPr lang="ko-KR" altLang="en-US" sz="3600" smtClean="0"/>
              <a:t>홈스위트홈</a:t>
            </a:r>
            <a:r>
              <a:rPr lang="en-US" altLang="ko-KR" sz="3600" smtClean="0"/>
              <a:t>] – </a:t>
            </a:r>
            <a:r>
              <a:rPr lang="ko-KR" altLang="en-US" sz="3600" smtClean="0"/>
              <a:t>수탉 </a:t>
            </a:r>
            <a:r>
              <a:rPr lang="en-US" altLang="ko-KR" sz="3600" smtClean="0"/>
              <a:t>– </a:t>
            </a:r>
            <a:r>
              <a:rPr lang="ko-KR" altLang="en-US" sz="3600" smtClean="0"/>
              <a:t>퀘스트 분석하면서 보기</a:t>
            </a:r>
            <a:endParaRPr lang="ko-KR" altLang="en-US" sz="3600"/>
          </a:p>
        </p:txBody>
      </p:sp>
    </p:spTree>
    <p:extLst>
      <p:ext uri="{BB962C8B-B14F-4D97-AF65-F5344CB8AC3E}">
        <p14:creationId xmlns:p14="http://schemas.microsoft.com/office/powerpoint/2010/main" val="14872730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문을 열려고 하지만 잠겨있다</a:t>
            </a:r>
            <a:r>
              <a:rPr lang="en-US" altLang="ko-KR" smtClean="0"/>
              <a:t>. – </a:t>
            </a:r>
            <a:r>
              <a:rPr lang="ko-KR" altLang="en-US" smtClean="0"/>
              <a:t>안에서는 토하는 소리가 난다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플레이어가 어떤 행위를 하면</a:t>
            </a:r>
            <a:r>
              <a:rPr lang="en-US" altLang="ko-KR" smtClean="0"/>
              <a:t>, </a:t>
            </a:r>
            <a:r>
              <a:rPr lang="ko-KR" altLang="en-US" smtClean="0"/>
              <a:t>그게 트리거가 돼서 잠겨있던 문 안의 공간에 있던 귀신이 문을 열고 나온다</a:t>
            </a:r>
            <a:r>
              <a:rPr lang="en-US" altLang="ko-KR" smtClean="0"/>
              <a:t>.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 smtClean="0"/>
              <a:t>[</a:t>
            </a:r>
            <a:r>
              <a:rPr lang="ko-KR" altLang="en-US" sz="3600" smtClean="0"/>
              <a:t>홈스위트홈</a:t>
            </a:r>
            <a:r>
              <a:rPr lang="en-US" altLang="ko-KR" sz="3600" smtClean="0"/>
              <a:t>] – </a:t>
            </a:r>
            <a:r>
              <a:rPr lang="ko-KR" altLang="en-US" sz="3600" smtClean="0"/>
              <a:t>수탉 </a:t>
            </a:r>
            <a:r>
              <a:rPr lang="en-US" altLang="ko-KR" sz="3600" smtClean="0"/>
              <a:t>– </a:t>
            </a:r>
            <a:r>
              <a:rPr lang="ko-KR" altLang="en-US" sz="3600" smtClean="0"/>
              <a:t>퀘스트 분석하면서 보기</a:t>
            </a:r>
            <a:endParaRPr lang="ko-KR" altLang="en-US" sz="3600"/>
          </a:p>
        </p:txBody>
      </p:sp>
    </p:spTree>
    <p:extLst>
      <p:ext uri="{BB962C8B-B14F-4D97-AF65-F5344CB8AC3E}">
        <p14:creationId xmlns:p14="http://schemas.microsoft.com/office/powerpoint/2010/main" val="12594417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이벤트를 스케치해보자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[</a:t>
            </a:r>
            <a:r>
              <a:rPr lang="ko-KR" altLang="en-US" smtClean="0"/>
              <a:t>치킨 집 알바 서브 퀘스트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smtClean="0"/>
              <a:t>해야 할 것 </a:t>
            </a:r>
            <a:r>
              <a:rPr lang="en-US" altLang="ko-KR" sz="3600" smtClean="0"/>
              <a:t>- </a:t>
            </a:r>
            <a:r>
              <a:rPr lang="ko-KR" altLang="en-US" sz="3600" smtClean="0"/>
              <a:t>스케치</a:t>
            </a:r>
            <a:endParaRPr lang="ko-KR" altLang="en-US" sz="360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650" y="1027906"/>
            <a:ext cx="5755101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9741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이벤트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500" smtClean="0"/>
              <a:t>플레이어가 지하철역 근처의 여학생 </a:t>
            </a:r>
            <a:r>
              <a:rPr lang="en-US" altLang="ko-KR" sz="1500" smtClean="0"/>
              <a:t>NPC</a:t>
            </a:r>
            <a:r>
              <a:rPr lang="ko-KR" altLang="en-US" sz="1500" smtClean="0"/>
              <a:t>들 반경</a:t>
            </a:r>
            <a:r>
              <a:rPr lang="en-US" altLang="ko-KR" sz="1500"/>
              <a:t> </a:t>
            </a:r>
            <a:r>
              <a:rPr lang="ko-KR" altLang="en-US" sz="1500" smtClean="0"/>
              <a:t>안에 들어가면 </a:t>
            </a:r>
            <a:r>
              <a:rPr lang="en-US" altLang="ko-KR" sz="1500" smtClean="0"/>
              <a:t>NPC</a:t>
            </a:r>
            <a:r>
              <a:rPr lang="ko-KR" altLang="en-US" sz="1500" smtClean="0"/>
              <a:t>들의 대화 출력</a:t>
            </a:r>
            <a:endParaRPr lang="en-US" altLang="ko-KR" sz="1500" smtClean="0"/>
          </a:p>
          <a:p>
            <a:r>
              <a:rPr lang="ko-KR" altLang="en-US" sz="1500" smtClean="0"/>
              <a:t>이후 치킨 집 사장</a:t>
            </a:r>
            <a:r>
              <a:rPr lang="en-US" altLang="ko-KR" sz="1500"/>
              <a:t> </a:t>
            </a:r>
            <a:r>
              <a:rPr lang="en-US" altLang="ko-KR" sz="1500" smtClean="0"/>
              <a:t>NPC </a:t>
            </a:r>
            <a:r>
              <a:rPr lang="ko-KR" altLang="en-US" sz="1500" smtClean="0"/>
              <a:t>반경 안에 들어가면 치킨 집 사장 대사 출력</a:t>
            </a:r>
            <a:endParaRPr lang="ko-KR" altLang="en-US" sz="150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13" t="49347" r="10776" b="6207"/>
          <a:stretch/>
        </p:blipFill>
        <p:spPr>
          <a:xfrm>
            <a:off x="9189097" y="462780"/>
            <a:ext cx="2164703" cy="3103194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9301956" y="867775"/>
            <a:ext cx="1017136" cy="1017136"/>
          </a:xfrm>
          <a:prstGeom prst="ellipse">
            <a:avLst/>
          </a:prstGeom>
          <a:solidFill>
            <a:srgbClr val="E5CD69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5607" b="92678" l="40380" r="61272">
                        <a14:foregroundMark x1="51280" y1="30473" x2="54377" y2="32618"/>
                        <a14:foregroundMark x1="42816" y1="34837" x2="42816" y2="38462"/>
                        <a14:foregroundMark x1="57102" y1="34689" x2="57184" y2="38166"/>
                        <a14:foregroundMark x1="45747" y1="49038" x2="42444" y2="56065"/>
                        <a14:foregroundMark x1="42197" y1="64497" x2="44096" y2="70044"/>
                        <a14:foregroundMark x1="54377" y1="49334" x2="59455" y2="57027"/>
                        <a14:foregroundMark x1="58464" y1="55251" x2="60281" y2="56065"/>
                        <a14:foregroundMark x1="60652" y1="56731" x2="58836" y2="60133"/>
                        <a14:foregroundMark x1="46449" y1="80325" x2="46821" y2="90237"/>
                        <a14:foregroundMark x1="52725" y1="79660" x2="53468" y2="89275"/>
                        <a14:foregroundMark x1="44633" y1="91568" x2="48637" y2="89275"/>
                        <a14:foregroundMark x1="51528" y1="88609" x2="55285" y2="90754"/>
                        <a14:foregroundMark x1="54707" y1="82766" x2="54707" y2="88979"/>
                        <a14:foregroundMark x1="45293" y1="87352" x2="44344" y2="90385"/>
                        <a14:foregroundMark x1="54459" y1="87352" x2="55450" y2="89275"/>
                        <a14:foregroundMark x1="50537" y1="58136" x2="46821" y2="65680"/>
                        <a14:foregroundMark x1="58382" y1="66272" x2="55987" y2="69896"/>
                        <a14:foregroundMark x1="56111" y1="38166" x2="52353" y2="48077"/>
                        <a14:foregroundMark x1="54996" y1="42825" x2="53799" y2="45784"/>
                        <a14:foregroundMark x1="43105" y1="38979" x2="46903" y2="46302"/>
                        <a14:backgroundMark x1="42279" y1="52589" x2="39719" y2="6301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40538" t="14651" r="38219" b="6236"/>
          <a:stretch/>
        </p:blipFill>
        <p:spPr>
          <a:xfrm>
            <a:off x="9756976" y="1265037"/>
            <a:ext cx="107097" cy="222612"/>
          </a:xfrm>
          <a:prstGeom prst="rect">
            <a:avLst/>
          </a:prstGeom>
        </p:spPr>
      </p:pic>
      <p:sp>
        <p:nvSpPr>
          <p:cNvPr id="7" name="타원 6"/>
          <p:cNvSpPr/>
          <p:nvPr/>
        </p:nvSpPr>
        <p:spPr>
          <a:xfrm>
            <a:off x="10087265" y="2884838"/>
            <a:ext cx="1017136" cy="1017136"/>
          </a:xfrm>
          <a:prstGeom prst="ellipse">
            <a:avLst/>
          </a:prstGeom>
          <a:solidFill>
            <a:srgbClr val="E5CD69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5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182" t="19072" r="52699" b="6818"/>
          <a:stretch/>
        </p:blipFill>
        <p:spPr>
          <a:xfrm>
            <a:off x="10484560" y="3297990"/>
            <a:ext cx="111273" cy="190833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5" cstate="print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54" t="19072" r="24827" b="6818"/>
          <a:stretch/>
        </p:blipFill>
        <p:spPr>
          <a:xfrm>
            <a:off x="10595833" y="3297990"/>
            <a:ext cx="111273" cy="190833"/>
          </a:xfrm>
          <a:prstGeom prst="rect">
            <a:avLst/>
          </a:prstGeom>
        </p:spPr>
      </p:pic>
      <p:cxnSp>
        <p:nvCxnSpPr>
          <p:cNvPr id="10" name="직선 연결선 9"/>
          <p:cNvCxnSpPr/>
          <p:nvPr/>
        </p:nvCxnSpPr>
        <p:spPr>
          <a:xfrm flipV="1">
            <a:off x="10179131" y="1924526"/>
            <a:ext cx="0" cy="1517643"/>
          </a:xfrm>
          <a:prstGeom prst="line">
            <a:avLst/>
          </a:prstGeom>
          <a:ln w="38100">
            <a:solidFill>
              <a:srgbClr val="B46F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/>
          <p:nvPr/>
        </p:nvCxnSpPr>
        <p:spPr>
          <a:xfrm>
            <a:off x="9805988" y="1943006"/>
            <a:ext cx="373143" cy="0"/>
          </a:xfrm>
          <a:prstGeom prst="line">
            <a:avLst/>
          </a:prstGeom>
          <a:ln w="38100">
            <a:solidFill>
              <a:srgbClr val="B46F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/>
          <p:cNvCxnSpPr/>
          <p:nvPr/>
        </p:nvCxnSpPr>
        <p:spPr>
          <a:xfrm flipV="1">
            <a:off x="9817181" y="1641158"/>
            <a:ext cx="0" cy="316137"/>
          </a:xfrm>
          <a:prstGeom prst="line">
            <a:avLst/>
          </a:prstGeom>
          <a:ln w="38100">
            <a:solidFill>
              <a:srgbClr val="B46FD3"/>
            </a:solidFill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10160079" y="3442169"/>
            <a:ext cx="324481" cy="0"/>
          </a:xfrm>
          <a:prstGeom prst="line">
            <a:avLst/>
          </a:prstGeom>
          <a:ln w="38100">
            <a:solidFill>
              <a:srgbClr val="B46F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0731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[</a:t>
            </a:r>
            <a:r>
              <a:rPr lang="ko-KR" altLang="en-US" smtClean="0"/>
              <a:t>치킨 집 알바 서브 퀘스트</a:t>
            </a:r>
            <a:r>
              <a:rPr lang="en-US" altLang="ko-KR" smtClean="0"/>
              <a:t>]</a:t>
            </a:r>
            <a:r>
              <a:rPr lang="ko-KR" altLang="en-US" smtClean="0"/>
              <a:t/>
            </a:r>
            <a:br>
              <a:rPr lang="ko-KR" altLang="en-US" smtClean="0"/>
            </a:b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500" smtClean="0"/>
              <a:t>지하철 역 근처에 여학생 </a:t>
            </a:r>
            <a:r>
              <a:rPr lang="en-US" altLang="ko-KR" sz="1500" smtClean="0"/>
              <a:t>NPC 2</a:t>
            </a:r>
            <a:r>
              <a:rPr lang="ko-KR" altLang="en-US" sz="1500" smtClean="0"/>
              <a:t>명 배치</a:t>
            </a:r>
            <a:endParaRPr lang="en-US" altLang="ko-KR" sz="1500" smtClean="0"/>
          </a:p>
          <a:p>
            <a:r>
              <a:rPr lang="ko-KR" altLang="en-US" sz="1500" smtClean="0"/>
              <a:t>플레이어가 </a:t>
            </a:r>
            <a:r>
              <a:rPr lang="en-US" altLang="ko-KR" sz="1500" smtClean="0"/>
              <a:t>NPC </a:t>
            </a:r>
            <a:r>
              <a:rPr lang="ko-KR" altLang="en-US" sz="1500" smtClean="0"/>
              <a:t>반경 </a:t>
            </a:r>
            <a:r>
              <a:rPr lang="en-US" altLang="ko-KR" sz="1500" smtClean="0"/>
              <a:t>10m </a:t>
            </a:r>
            <a:r>
              <a:rPr lang="ko-KR" altLang="en-US" sz="1500" smtClean="0"/>
              <a:t>안에</a:t>
            </a:r>
            <a:r>
              <a:rPr lang="en-US" altLang="ko-KR" sz="1500"/>
              <a:t> </a:t>
            </a:r>
            <a:r>
              <a:rPr lang="ko-KR" altLang="en-US" sz="1500" smtClean="0"/>
              <a:t>들어가면 </a:t>
            </a:r>
            <a:r>
              <a:rPr lang="en-US" altLang="ko-KR" sz="1500" smtClean="0"/>
              <a:t>NPC </a:t>
            </a:r>
            <a:r>
              <a:rPr lang="ko-KR" altLang="en-US" sz="1500" smtClean="0"/>
              <a:t>대화 출력</a:t>
            </a:r>
            <a:endParaRPr lang="en-US" altLang="ko-KR" sz="1500" smtClean="0"/>
          </a:p>
          <a:p>
            <a:r>
              <a:rPr lang="ko-KR" altLang="en-US" sz="1500" smtClean="0"/>
              <a:t>이후 플레이어가 치킨 집 반경 </a:t>
            </a:r>
            <a:r>
              <a:rPr lang="en-US" altLang="ko-KR" sz="1500" smtClean="0"/>
              <a:t>10m </a:t>
            </a:r>
            <a:r>
              <a:rPr lang="ko-KR" altLang="en-US" sz="1500" smtClean="0"/>
              <a:t>안에 들어가면 사장 대사 출력</a:t>
            </a:r>
            <a:endParaRPr lang="en-US" altLang="ko-KR" sz="1500" smtClean="0"/>
          </a:p>
          <a:p>
            <a:r>
              <a:rPr lang="ko-KR" altLang="en-US" sz="1500" smtClean="0"/>
              <a:t>플레이어가 치킨 집 사장에게 말을 걸면 </a:t>
            </a:r>
            <a:r>
              <a:rPr lang="en-US" altLang="ko-KR" sz="1500" smtClean="0"/>
              <a:t>‘</a:t>
            </a:r>
            <a:r>
              <a:rPr lang="ko-KR" altLang="en-US" sz="1500" smtClean="0"/>
              <a:t>서브 퀘스트</a:t>
            </a:r>
            <a:r>
              <a:rPr lang="en-US" altLang="ko-KR" sz="1500" smtClean="0"/>
              <a:t>‘ </a:t>
            </a:r>
            <a:r>
              <a:rPr lang="ko-KR" altLang="en-US" sz="1500" smtClean="0"/>
              <a:t>시작</a:t>
            </a:r>
            <a:endParaRPr lang="ko-KR" altLang="en-US" sz="1500"/>
          </a:p>
        </p:txBody>
      </p:sp>
    </p:spTree>
    <p:extLst>
      <p:ext uri="{BB962C8B-B14F-4D97-AF65-F5344CB8AC3E}">
        <p14:creationId xmlns:p14="http://schemas.microsoft.com/office/powerpoint/2010/main" val="2549524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고양이 영역 지나가기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도시 외곽</a:t>
            </a:r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9171433" y="1825625"/>
            <a:ext cx="1998344" cy="1400290"/>
            <a:chOff x="7973569" y="1901953"/>
            <a:chExt cx="1998344" cy="1400290"/>
          </a:xfrm>
        </p:grpSpPr>
        <p:pic>
          <p:nvPicPr>
            <p:cNvPr id="4" name="그림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425" t="8002" r="42740" b="73700"/>
            <a:stretch/>
          </p:blipFill>
          <p:spPr>
            <a:xfrm>
              <a:off x="7973569" y="1901953"/>
              <a:ext cx="1998344" cy="1400290"/>
            </a:xfrm>
            <a:prstGeom prst="rect">
              <a:avLst/>
            </a:prstGeom>
          </p:spPr>
        </p:pic>
        <p:sp>
          <p:nvSpPr>
            <p:cNvPr id="5" name="직사각형 4"/>
            <p:cNvSpPr/>
            <p:nvPr/>
          </p:nvSpPr>
          <p:spPr>
            <a:xfrm>
              <a:off x="8720327" y="2234756"/>
              <a:ext cx="390525" cy="13335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" name="타원 7"/>
          <p:cNvSpPr/>
          <p:nvPr/>
        </p:nvSpPr>
        <p:spPr>
          <a:xfrm>
            <a:off x="10113453" y="2149076"/>
            <a:ext cx="1017136" cy="1017136"/>
          </a:xfrm>
          <a:prstGeom prst="ellipse">
            <a:avLst/>
          </a:prstGeom>
          <a:solidFill>
            <a:srgbClr val="E5CD69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6658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Chatgpt, Grok </a:t>
            </a:r>
            <a:r>
              <a:rPr lang="ko-KR" altLang="en-US" smtClean="0"/>
              <a:t>등 </a:t>
            </a:r>
            <a:r>
              <a:rPr lang="en-US" altLang="ko-KR" smtClean="0"/>
              <a:t>AI </a:t>
            </a:r>
            <a:r>
              <a:rPr lang="ko-KR" altLang="en-US" smtClean="0"/>
              <a:t>활용하기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관련 논문을 물어보고</a:t>
            </a:r>
            <a:endParaRPr lang="en-US" altLang="ko-KR" smtClean="0"/>
          </a:p>
          <a:p>
            <a:r>
              <a:rPr lang="ko-KR" altLang="en-US" smtClean="0"/>
              <a:t>그 논문에 근거해서 내용을 작성해보는 것도 좋다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73980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658</Words>
  <Application>Microsoft Office PowerPoint</Application>
  <PresentationFormat>와이드스크린</PresentationFormat>
  <Paragraphs>107</Paragraphs>
  <Slides>23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6" baseType="lpstr">
      <vt:lpstr>맑은 고딕</vt:lpstr>
      <vt:lpstr>Arial</vt:lpstr>
      <vt:lpstr>Office 테마</vt:lpstr>
      <vt:lpstr>퀘스트</vt:lpstr>
      <vt:lpstr>리드 콘텐츠</vt:lpstr>
      <vt:lpstr>조건</vt:lpstr>
      <vt:lpstr>PowerPoint 프레젠테이션</vt:lpstr>
      <vt:lpstr>조건</vt:lpstr>
      <vt:lpstr>업적 / 퀘스트</vt:lpstr>
      <vt:lpstr>PowerPoint 프레젠테이션</vt:lpstr>
      <vt:lpstr>퀘스트 예</vt:lpstr>
      <vt:lpstr>PowerPoint 프레젠테이션</vt:lpstr>
      <vt:lpstr>[홈스위트홈] – 수탉 – 퀘스트 분석하면서 보기</vt:lpstr>
      <vt:lpstr>[홈스위트홈] – 수탉 – 퀘스트 분석하면서 보기</vt:lpstr>
      <vt:lpstr>[홈스위트홈] – 수탉 – 퀘스트 분석하면서 보기</vt:lpstr>
      <vt:lpstr>[크리스마스인데 나홀로 집에] – 수탉 – 응용하기</vt:lpstr>
      <vt:lpstr>[홈스위트홈] – 수탉 – 퀘스트 분석하면서 보기</vt:lpstr>
      <vt:lpstr>[홈스위트홈] – 수탉 – 퀘스트 분석하면서 보기</vt:lpstr>
      <vt:lpstr>[홈스위트홈] – 수탉 – 퀘스트 분석하면서 보기</vt:lpstr>
      <vt:lpstr>[홈스위트홈] – 수탉 – 퀘스트 분석하면서 보기</vt:lpstr>
      <vt:lpstr>[홈스위트홈] – 수탉 – 퀘스트 분석하면서 보기</vt:lpstr>
      <vt:lpstr>해야 할 것 - 스케치</vt:lpstr>
      <vt:lpstr>이벤트</vt:lpstr>
      <vt:lpstr> [치킨 집 알바 서브 퀘스트] </vt:lpstr>
      <vt:lpstr>[고양이 영역 지나가기]</vt:lpstr>
      <vt:lpstr>Chatgpt, Grok 등 AI 활용하기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쿠</dc:title>
  <dc:creator>FullName</dc:creator>
  <cp:lastModifiedBy>FullName</cp:lastModifiedBy>
  <cp:revision>14</cp:revision>
  <dcterms:created xsi:type="dcterms:W3CDTF">2026-06-11T04:53:26Z</dcterms:created>
  <dcterms:modified xsi:type="dcterms:W3CDTF">2026-06-11T06:51:07Z</dcterms:modified>
</cp:coreProperties>
</file>