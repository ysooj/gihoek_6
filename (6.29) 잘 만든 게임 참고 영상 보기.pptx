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7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86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92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76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1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93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8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40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87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92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7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3B5C4-037F-433C-8165-8050B6123E3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E5F7F-07B0-41BB-A18C-AF63C5050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98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참고 영상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그래픽</a:t>
            </a:r>
            <a:r>
              <a:rPr lang="en-US" altLang="ko-KR" smtClean="0"/>
              <a:t>/</a:t>
            </a:r>
            <a:r>
              <a:rPr lang="ko-KR" altLang="en-US" smtClean="0"/>
              <a:t>모델링 참고할 만한 영상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NC Soft – Project E</a:t>
            </a:r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게임 타이틀로 참고할 만한 영상</a:t>
            </a:r>
            <a:r>
              <a:rPr lang="en-US" altLang="ko-KR"/>
              <a:t>]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어라이즈</a:t>
            </a:r>
            <a:r>
              <a:rPr lang="en-US" altLang="ko-KR" smtClean="0"/>
              <a:t>]</a:t>
            </a:r>
            <a:r>
              <a:rPr lang="ko-KR" altLang="en-US" smtClean="0"/>
              <a:t>의 타이틀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산나비</a:t>
            </a:r>
            <a:r>
              <a:rPr lang="en-US" altLang="ko-KR" smtClean="0"/>
              <a:t>]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세계 최고의 게임 영상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[WOW]</a:t>
            </a:r>
          </a:p>
          <a:p>
            <a:r>
              <a:rPr lang="en-US" altLang="ko-KR" smtClean="0"/>
              <a:t>[GTA 6] – </a:t>
            </a:r>
            <a:r>
              <a:rPr lang="ko-KR" altLang="en-US" smtClean="0"/>
              <a:t>게임의 모든 건물의 실내로 들어갈 수 있는 게 목표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03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준비된 정도</a:t>
            </a:r>
            <a:endParaRPr lang="en-US" altLang="ko-KR" smtClean="0"/>
          </a:p>
          <a:p>
            <a:r>
              <a:rPr lang="ko-KR" altLang="en-US" smtClean="0"/>
              <a:t>작업물 </a:t>
            </a:r>
            <a:r>
              <a:rPr lang="en-US" altLang="ko-KR" smtClean="0"/>
              <a:t>: </a:t>
            </a:r>
            <a:r>
              <a:rPr lang="ko-KR" altLang="en-US" smtClean="0"/>
              <a:t>진짜 내가 만들었는지</a:t>
            </a:r>
            <a:endParaRPr lang="en-US" altLang="ko-KR" smtClean="0"/>
          </a:p>
          <a:p>
            <a:r>
              <a:rPr lang="ko-KR" altLang="en-US" smtClean="0"/>
              <a:t>면접 </a:t>
            </a:r>
            <a:r>
              <a:rPr lang="en-US" altLang="ko-KR" smtClean="0"/>
              <a:t>: </a:t>
            </a:r>
            <a:r>
              <a:rPr lang="ko-KR" altLang="en-US" smtClean="0"/>
              <a:t>인성 </a:t>
            </a:r>
            <a:r>
              <a:rPr lang="en-US" altLang="ko-KR" smtClean="0"/>
              <a:t>+ </a:t>
            </a:r>
            <a:r>
              <a:rPr lang="ko-KR" altLang="en-US" smtClean="0"/>
              <a:t>준비된 정도</a:t>
            </a:r>
            <a:endParaRPr lang="en-US" altLang="ko-KR" smtClean="0"/>
          </a:p>
          <a:p>
            <a:pPr lvl="1"/>
            <a:r>
              <a:rPr lang="ko-KR" altLang="en-US" smtClean="0"/>
              <a:t>면접관이 원하는 대답을 해야 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en-US" altLang="ko-KR" b="1" smtClean="0">
                <a:solidFill>
                  <a:srgbClr val="FF0000"/>
                </a:solidFill>
              </a:rPr>
              <a:t>+ </a:t>
            </a:r>
            <a:r>
              <a:rPr lang="ko-KR" altLang="en-US" b="1" smtClean="0">
                <a:solidFill>
                  <a:srgbClr val="FF0000"/>
                </a:solidFill>
              </a:rPr>
              <a:t>게임 개발 경험이 있는가</a:t>
            </a:r>
            <a:endParaRPr lang="en-US" altLang="ko-KR" b="1" smtClean="0">
              <a:solidFill>
                <a:srgbClr val="FF0000"/>
              </a:solidFill>
            </a:endParaRPr>
          </a:p>
          <a:p>
            <a:endParaRPr lang="en-US" altLang="ko-KR" b="1" smtClean="0"/>
          </a:p>
          <a:p>
            <a:r>
              <a:rPr lang="ko-KR" altLang="en-US" smtClean="0"/>
              <a:t>취업하고 나서부터는 </a:t>
            </a:r>
            <a:r>
              <a:rPr lang="en-US" altLang="ko-KR" smtClean="0"/>
              <a:t>‘</a:t>
            </a:r>
            <a:r>
              <a:rPr lang="ko-KR" altLang="en-US" smtClean="0"/>
              <a:t>경력 관리</a:t>
            </a:r>
            <a:r>
              <a:rPr lang="en-US" altLang="ko-KR" smtClean="0"/>
              <a:t>’</a:t>
            </a:r>
            <a:r>
              <a:rPr lang="ko-KR" altLang="en-US" smtClean="0"/>
              <a:t>를 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22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90</Words>
  <Application>Microsoft Office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[참고 영상]</vt:lpstr>
      <vt:lpstr>포트폴리오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2026-06-29T04:49:04Z</dcterms:created>
  <dcterms:modified xsi:type="dcterms:W3CDTF">2026-06-29T06:51:28Z</dcterms:modified>
</cp:coreProperties>
</file>