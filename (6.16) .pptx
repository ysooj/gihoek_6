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4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32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50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47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60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05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6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73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33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53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79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95D91-E9CC-4AF3-97C1-FE71D03030A3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49F5F-9A1C-4188-833B-C7832D8D0D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39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368"/>
            <a:ext cx="10601830" cy="413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0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작가의 삼각형 </a:t>
            </a:r>
            <a:r>
              <a:rPr lang="en-US" altLang="ko-KR" smtClean="0"/>
              <a:t>/</a:t>
            </a:r>
            <a:r>
              <a:rPr lang="ko-KR" altLang="en-US" smtClean="0"/>
              <a:t> 독자의 삼각형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악당</a:t>
            </a:r>
            <a:r>
              <a:rPr lang="en-US" altLang="ko-KR"/>
              <a:t> </a:t>
            </a:r>
            <a:r>
              <a:rPr lang="en-US" altLang="ko-KR" smtClean="0"/>
              <a:t>/ </a:t>
            </a:r>
            <a:r>
              <a:rPr lang="ko-KR" altLang="en-US" smtClean="0"/>
              <a:t>작가 </a:t>
            </a:r>
            <a:r>
              <a:rPr lang="en-US" altLang="ko-KR" smtClean="0"/>
              <a:t>/ </a:t>
            </a:r>
            <a:r>
              <a:rPr lang="ko-KR" altLang="en-US" smtClean="0"/>
              <a:t>감독 </a:t>
            </a:r>
            <a:r>
              <a:rPr lang="en-US" altLang="ko-KR" smtClean="0"/>
              <a:t>/ </a:t>
            </a:r>
            <a:r>
              <a:rPr lang="ko-KR" altLang="en-US" smtClean="0"/>
              <a:t>개발자 의 삼각형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주인공 </a:t>
            </a:r>
            <a:r>
              <a:rPr lang="en-US" altLang="ko-KR" smtClean="0"/>
              <a:t>/ </a:t>
            </a:r>
            <a:r>
              <a:rPr lang="ko-KR" altLang="en-US" smtClean="0"/>
              <a:t>독자 </a:t>
            </a:r>
            <a:r>
              <a:rPr lang="en-US" altLang="ko-KR" smtClean="0"/>
              <a:t>/ </a:t>
            </a:r>
            <a:r>
              <a:rPr lang="ko-KR" altLang="en-US" smtClean="0"/>
              <a:t>관객 </a:t>
            </a:r>
            <a:r>
              <a:rPr lang="en-US" altLang="ko-KR" smtClean="0"/>
              <a:t>/ </a:t>
            </a:r>
            <a:r>
              <a:rPr lang="ko-KR" altLang="en-US" smtClean="0"/>
              <a:t>유저 의 삼각형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17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41" y="160304"/>
            <a:ext cx="8502318" cy="653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9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퀘스트도 마찬가지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 </a:t>
            </a:r>
            <a:r>
              <a:rPr lang="en-US" altLang="ko-KR" smtClean="0"/>
              <a:t>/ </a:t>
            </a:r>
            <a:r>
              <a:rPr lang="ko-KR" altLang="en-US" smtClean="0"/>
              <a:t>이야기의 목적에 따라 리드하고</a:t>
            </a:r>
            <a:endParaRPr lang="en-US" altLang="ko-KR" smtClean="0"/>
          </a:p>
          <a:p>
            <a:r>
              <a:rPr lang="ko-KR" altLang="en-US" smtClean="0"/>
              <a:t>퀘스트를 달성했는 지를</a:t>
            </a:r>
            <a:endParaRPr lang="en-US" altLang="ko-KR" smtClean="0"/>
          </a:p>
          <a:p>
            <a:pPr lvl="1"/>
            <a:r>
              <a:rPr lang="ko-KR" altLang="en-US" smtClean="0"/>
              <a:t>조건들로 체크한다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14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47" y="206490"/>
            <a:ext cx="7812506" cy="644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7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연계 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368" y="1825625"/>
            <a:ext cx="11149264" cy="4351338"/>
          </a:xfrm>
        </p:spPr>
        <p:txBody>
          <a:bodyPr/>
          <a:lstStyle/>
          <a:p>
            <a:r>
              <a:rPr lang="ko-KR" altLang="en-US" smtClean="0"/>
              <a:t>이야기 </a:t>
            </a:r>
            <a:r>
              <a:rPr lang="en-US" altLang="ko-KR" smtClean="0"/>
              <a:t>/ </a:t>
            </a:r>
            <a:r>
              <a:rPr lang="ko-KR" altLang="en-US" smtClean="0"/>
              <a:t>플레이의 목적의 흐름에 따라 이어지는 여러 개의 퀘스트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92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smtClean="0">
                <a:solidFill>
                  <a:schemeClr val="accent4"/>
                </a:solidFill>
              </a:rPr>
              <a:t>상호작용 구조물</a:t>
            </a:r>
            <a:r>
              <a:rPr lang="ko-KR" altLang="en-US" smtClean="0"/>
              <a:t>이 매우 중요하다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구조물의 </a:t>
            </a:r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의 모습을 보여주자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3095882"/>
            <a:ext cx="7861600" cy="37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1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병아리의 행동 패턴을 플레이어가 학습하게 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7836"/>
            <a:ext cx="730669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9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플레이의 목적 </a:t>
            </a:r>
            <a:r>
              <a:rPr lang="en-US" altLang="ko-KR" smtClean="0"/>
              <a:t>: </a:t>
            </a:r>
            <a:r>
              <a:rPr lang="ko-KR" altLang="en-US" smtClean="0"/>
              <a:t>높이 있는 상자를 떨어뜨려서 오른쪽의 높은 벽을 넘어가는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트리거 </a:t>
            </a:r>
            <a:r>
              <a:rPr lang="en-US" altLang="ko-KR" smtClean="0"/>
              <a:t>1 : </a:t>
            </a:r>
            <a:r>
              <a:rPr lang="ko-KR" altLang="en-US" smtClean="0"/>
              <a:t>물레</a:t>
            </a:r>
            <a:r>
              <a:rPr lang="en-US" altLang="ko-KR" smtClean="0"/>
              <a:t>(?). </a:t>
            </a:r>
            <a:r>
              <a:rPr lang="ko-KR" altLang="en-US" smtClean="0"/>
              <a:t>한 번 </a:t>
            </a:r>
            <a:r>
              <a:rPr lang="en-US" altLang="ko-KR" smtClean="0"/>
              <a:t>On </a:t>
            </a:r>
            <a:r>
              <a:rPr lang="ko-KR" altLang="en-US" smtClean="0"/>
              <a:t>하면 다시는 </a:t>
            </a:r>
            <a:r>
              <a:rPr lang="en-US" altLang="ko-KR" smtClean="0"/>
              <a:t>Off </a:t>
            </a:r>
            <a:r>
              <a:rPr lang="ko-KR" altLang="en-US" smtClean="0"/>
              <a:t>안 해도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트리거 </a:t>
            </a:r>
            <a:r>
              <a:rPr lang="en-US" altLang="ko-KR" smtClean="0"/>
              <a:t>2 : </a:t>
            </a:r>
            <a:r>
              <a:rPr lang="ko-KR" altLang="en-US" smtClean="0"/>
              <a:t>레버</a:t>
            </a:r>
            <a:r>
              <a:rPr lang="en-US" altLang="ko-KR" smtClean="0"/>
              <a:t>. </a:t>
            </a:r>
            <a:r>
              <a:rPr lang="ko-KR" altLang="en-US" smtClean="0"/>
              <a:t>한 번 켜면 일정 시간 후 다시 꺼지므로</a:t>
            </a:r>
            <a:r>
              <a:rPr lang="en-US" altLang="ko-KR" smtClean="0"/>
              <a:t>, </a:t>
            </a:r>
            <a:r>
              <a:rPr lang="ko-KR" altLang="en-US" smtClean="0"/>
              <a:t>전략적으로 잘 활용해야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4576"/>
            <a:ext cx="5229955" cy="21434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131" y="5342021"/>
            <a:ext cx="5430869" cy="1515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3076" y="6176963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accent4"/>
                </a:solidFill>
              </a:rPr>
              <a:t>Before</a:t>
            </a:r>
            <a:endParaRPr lang="ko-KR" altLang="en-US">
              <a:solidFill>
                <a:schemeClr val="accent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27128" y="6311900"/>
            <a:ext cx="151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accent4"/>
                </a:solidFill>
              </a:rPr>
              <a:t>After</a:t>
            </a:r>
            <a:endParaRPr lang="ko-KR" alt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87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레버를 작동시키면 파이프로 바람이 나오는 이펙트가 나온다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이펙트는 </a:t>
            </a:r>
            <a:r>
              <a:rPr lang="en-US" altLang="ko-KR" smtClean="0"/>
              <a:t>‘</a:t>
            </a:r>
            <a:r>
              <a:rPr lang="ko-KR" altLang="en-US" smtClean="0"/>
              <a:t>알림</a:t>
            </a:r>
            <a:r>
              <a:rPr lang="en-US" altLang="ko-KR" smtClean="0"/>
              <a:t>‘ </a:t>
            </a:r>
            <a:r>
              <a:rPr lang="ko-KR" altLang="en-US" smtClean="0"/>
              <a:t>역할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바람을 부는 기계를 활용해야 함을 할 수 있게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연출 </a:t>
            </a:r>
            <a:r>
              <a:rPr lang="en-US" altLang="ko-KR" smtClean="0"/>
              <a:t>: </a:t>
            </a:r>
            <a:r>
              <a:rPr lang="ko-KR" altLang="en-US" smtClean="0"/>
              <a:t>병아리를 활용해서 상자를 떨어뜨리면</a:t>
            </a:r>
            <a:r>
              <a:rPr lang="en-US" altLang="ko-KR" smtClean="0"/>
              <a:t>, </a:t>
            </a:r>
            <a:r>
              <a:rPr lang="ko-KR" altLang="en-US" smtClean="0"/>
              <a:t>병아리가 확률적으로 죽는다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플레이어는</a:t>
            </a:r>
            <a:r>
              <a:rPr lang="en-US" altLang="ko-KR" smtClean="0"/>
              <a:t> </a:t>
            </a:r>
            <a:r>
              <a:rPr lang="ko-KR" altLang="en-US" smtClean="0"/>
              <a:t>오른쪽으로 넘어가기 위해서 </a:t>
            </a:r>
            <a:r>
              <a:rPr lang="en-US" altLang="ko-KR" smtClean="0"/>
              <a:t>‘</a:t>
            </a:r>
            <a:r>
              <a:rPr lang="ko-KR" altLang="en-US" smtClean="0"/>
              <a:t>병아리를 죽였다</a:t>
            </a:r>
            <a:r>
              <a:rPr lang="en-US" altLang="ko-KR" smtClean="0"/>
              <a:t>.’</a:t>
            </a:r>
            <a:r>
              <a:rPr lang="ko-KR" altLang="en-US" smtClean="0"/>
              <a:t>는 이야기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너의 목적을 달성하기 위해서 수단과 방법을 가리지 않잖아</a:t>
            </a:r>
            <a:r>
              <a:rPr lang="en-US" altLang="ko-KR" smtClean="0"/>
              <a:t>. </a:t>
            </a:r>
            <a:r>
              <a:rPr lang="ko-KR" altLang="en-US" smtClean="0"/>
              <a:t>너도 악당이랑 다를 바 없어</a:t>
            </a:r>
            <a:r>
              <a:rPr lang="en-US" altLang="ko-KR" smtClean="0"/>
              <a:t>!’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1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3" y="182252"/>
            <a:ext cx="9400674" cy="649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10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멀티 엔딩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퀘스트별로 점수를 매겨서</a:t>
            </a:r>
            <a:endParaRPr lang="en-US" altLang="ko-KR" smtClean="0"/>
          </a:p>
          <a:p>
            <a:r>
              <a:rPr lang="ko-KR" altLang="en-US" smtClean="0"/>
              <a:t>평가 점수에 따른 멀티 엔딩을 보여줄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55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경우의 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의미없이 경우의 수를 만들지 말자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경우의 수는 퍼즐의 난이도를 결정하는데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의미없이 경우의 수를 만들면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플레이어는 퍼즐을 풀어도 재미없어 하게 될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83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139961"/>
            <a:ext cx="9400672" cy="65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47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퍼즐의 난이도 조정</a:t>
            </a:r>
            <a:endParaRPr lang="en-US" altLang="ko-KR" smtClean="0"/>
          </a:p>
          <a:p>
            <a:pPr lvl="1"/>
            <a:r>
              <a:rPr lang="ko-KR" altLang="en-US" smtClean="0"/>
              <a:t>한 번 실내로 들어간 돼지는 밖으로 다시는 나가지 않는다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돼지가 밖으로 나가면 쓸데없이 난이도가 올라가기 때문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돼지는 상태</a:t>
            </a:r>
            <a:r>
              <a:rPr lang="en-US" altLang="ko-KR" smtClean="0"/>
              <a:t>1(</a:t>
            </a:r>
            <a:r>
              <a:rPr lang="ko-KR" altLang="en-US" smtClean="0"/>
              <a:t>쓰러져있는 상태</a:t>
            </a:r>
            <a:r>
              <a:rPr lang="en-US" altLang="ko-KR" smtClean="0"/>
              <a:t>), </a:t>
            </a:r>
            <a:r>
              <a:rPr lang="ko-KR" altLang="en-US" smtClean="0"/>
              <a:t>상태</a:t>
            </a:r>
            <a:r>
              <a:rPr lang="en-US" altLang="ko-KR" smtClean="0"/>
              <a:t>2(</a:t>
            </a:r>
            <a:r>
              <a:rPr lang="ko-KR" altLang="en-US" smtClean="0"/>
              <a:t>일어나서 플레이어에게 돌진</a:t>
            </a:r>
            <a:r>
              <a:rPr lang="en-US" altLang="ko-KR" smtClean="0"/>
              <a:t>. </a:t>
            </a:r>
            <a:r>
              <a:rPr lang="ko-KR" altLang="en-US" smtClean="0"/>
              <a:t>실외에서만 활동</a:t>
            </a:r>
            <a:r>
              <a:rPr lang="en-US" altLang="ko-KR" smtClean="0"/>
              <a:t>), </a:t>
            </a:r>
            <a:r>
              <a:rPr lang="ko-KR" altLang="en-US" smtClean="0"/>
              <a:t>상태</a:t>
            </a:r>
            <a:r>
              <a:rPr lang="en-US" altLang="ko-KR" smtClean="0"/>
              <a:t>3(</a:t>
            </a:r>
            <a:r>
              <a:rPr lang="ko-KR" altLang="en-US" smtClean="0"/>
              <a:t>실내로 들어간 상태</a:t>
            </a:r>
            <a:r>
              <a:rPr lang="en-US" altLang="ko-KR" smtClean="0"/>
              <a:t>), </a:t>
            </a:r>
            <a:r>
              <a:rPr lang="ko-KR" altLang="en-US" smtClean="0"/>
              <a:t>상태</a:t>
            </a:r>
            <a:r>
              <a:rPr lang="en-US" altLang="ko-KR" smtClean="0"/>
              <a:t>4(</a:t>
            </a:r>
            <a:r>
              <a:rPr lang="ko-KR" altLang="en-US" smtClean="0"/>
              <a:t>발판 상태</a:t>
            </a:r>
            <a:r>
              <a:rPr lang="en-US" altLang="ko-KR" smtClean="0"/>
              <a:t>)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9839"/>
            <a:ext cx="3029373" cy="2048161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095" y="4650357"/>
            <a:ext cx="1868905" cy="22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55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오른쪽 이미지같은 예시는 라이브러리로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갖고 잘 활용하자</a:t>
            </a:r>
            <a:r>
              <a:rPr lang="en-US" altLang="ko-KR" smtClean="0"/>
              <a:t>.</a:t>
            </a:r>
          </a:p>
          <a:p>
            <a:r>
              <a:rPr lang="ko-KR" altLang="en-US" b="1" smtClean="0">
                <a:solidFill>
                  <a:schemeClr val="accent4"/>
                </a:solidFill>
              </a:rPr>
              <a:t>리마커블</a:t>
            </a:r>
            <a:endParaRPr lang="en-US" altLang="ko-KR" b="1" smtClean="0">
              <a:solidFill>
                <a:schemeClr val="accent4"/>
              </a:solidFill>
            </a:endParaRPr>
          </a:p>
          <a:p>
            <a:endParaRPr lang="en-US" altLang="ko-KR"/>
          </a:p>
          <a:p>
            <a:r>
              <a:rPr lang="ko-KR" altLang="en-US" smtClean="0"/>
              <a:t>상호작용 구조물인데 트리거가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벽에 부딪혀서 쓰러진 돼지에게서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트리거를 뽑았니</a:t>
            </a:r>
            <a:r>
              <a:rPr lang="en-US" altLang="ko-KR" smtClean="0"/>
              <a:t>?</a:t>
            </a:r>
          </a:p>
          <a:p>
            <a:endParaRPr lang="en-US" altLang="ko-KR"/>
          </a:p>
          <a:p>
            <a:r>
              <a:rPr lang="ko-KR" altLang="en-US" smtClean="0"/>
              <a:t>돼지에게 </a:t>
            </a:r>
            <a:r>
              <a:rPr lang="en-US" altLang="ko-KR" smtClean="0"/>
              <a:t>4.25</a:t>
            </a:r>
            <a:r>
              <a:rPr lang="ko-KR" altLang="en-US" smtClean="0"/>
              <a:t>가지의 역할을 준 건 진짜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대단한 일</a:t>
            </a:r>
            <a:r>
              <a:rPr lang="en-US" altLang="ko-KR" smtClean="0"/>
              <a:t>!</a:t>
            </a:r>
          </a:p>
          <a:p>
            <a:r>
              <a:rPr lang="ko-KR" altLang="en-US" smtClean="0"/>
              <a:t>이 게임을 진짜 잘 만들겠다는 생각을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하고 만들었다는 것</a:t>
            </a:r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843" y="1836323"/>
            <a:ext cx="4251158" cy="502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49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80" y="210980"/>
            <a:ext cx="8245640" cy="64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47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머리에 무언가를 쓰면</a:t>
            </a:r>
            <a:endParaRPr lang="en-US" altLang="ko-KR" smtClean="0"/>
          </a:p>
          <a:p>
            <a:r>
              <a:rPr lang="ko-KR" altLang="en-US" smtClean="0"/>
              <a:t>컨트롤 대상이 변경된다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Depth </a:t>
            </a:r>
            <a:r>
              <a:rPr lang="ko-KR" altLang="en-US" smtClean="0"/>
              <a:t>뒤에 있는 </a:t>
            </a:r>
            <a:r>
              <a:rPr lang="en-US" altLang="ko-KR" smtClean="0"/>
              <a:t>NPC</a:t>
            </a:r>
            <a:r>
              <a:rPr lang="ko-KR" altLang="en-US" smtClean="0"/>
              <a:t>들을 조정하는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주인공의 움직임</a:t>
            </a:r>
            <a:endParaRPr lang="en-US" altLang="ko-KR" smtClean="0"/>
          </a:p>
          <a:p>
            <a:pPr lvl="1"/>
            <a:r>
              <a:rPr lang="ko-KR" altLang="en-US" smtClean="0"/>
              <a:t>선</a:t>
            </a:r>
            <a:r>
              <a:rPr lang="en-US" altLang="ko-KR" smtClean="0"/>
              <a:t>. Linear.</a:t>
            </a:r>
          </a:p>
          <a:p>
            <a:r>
              <a:rPr lang="ko-KR" altLang="en-US" smtClean="0"/>
              <a:t>따라서 </a:t>
            </a:r>
            <a:r>
              <a:rPr lang="en-US" altLang="ko-KR" smtClean="0"/>
              <a:t>Depth </a:t>
            </a:r>
            <a:r>
              <a:rPr lang="ko-KR" altLang="en-US" smtClean="0"/>
              <a:t>뒤에 있는 것들은 주인공이 움직일 수 없다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Depth </a:t>
            </a:r>
            <a:r>
              <a:rPr lang="ko-KR" altLang="en-US" smtClean="0"/>
              <a:t>뒤쪽을 리마커블하게 활용한 방법</a:t>
            </a:r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46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이런 건 레퍼런스로 참고해서 잘 만들어보자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영화적인 상상력으로</a:t>
            </a:r>
            <a:endParaRPr lang="en-US" altLang="ko-KR" smtClean="0"/>
          </a:p>
          <a:p>
            <a:r>
              <a:rPr lang="ko-KR" altLang="en-US" b="1" smtClean="0">
                <a:solidFill>
                  <a:schemeClr val="accent4"/>
                </a:solidFill>
              </a:rPr>
              <a:t>코믹</a:t>
            </a:r>
            <a:r>
              <a:rPr lang="ko-KR" altLang="en-US" smtClean="0"/>
              <a:t>하지만 되게 잘 만든 것</a:t>
            </a:r>
            <a:endParaRPr lang="en-US" altLang="ko-KR" smtClean="0"/>
          </a:p>
          <a:p>
            <a:pPr lvl="1"/>
            <a:r>
              <a:rPr lang="ko-KR" altLang="en-US" smtClean="0"/>
              <a:t>소설</a:t>
            </a:r>
            <a:endParaRPr lang="en-US" altLang="ko-KR"/>
          </a:p>
          <a:p>
            <a:pPr lvl="1"/>
            <a:r>
              <a:rPr lang="ko-KR" altLang="en-US" smtClean="0"/>
              <a:t>영화</a:t>
            </a:r>
            <a:endParaRPr lang="en-US" altLang="ko-KR" smtClean="0"/>
          </a:p>
          <a:p>
            <a:pPr lvl="1"/>
            <a:r>
              <a:rPr lang="ko-KR" altLang="en-US" smtClean="0"/>
              <a:t>애니메이션</a:t>
            </a:r>
            <a:endParaRPr lang="en-US" altLang="ko-KR" smtClean="0"/>
          </a:p>
          <a:p>
            <a:pPr lvl="1"/>
            <a:r>
              <a:rPr lang="ko-KR" altLang="en-US" smtClean="0"/>
              <a:t>만화</a:t>
            </a:r>
            <a:endParaRPr lang="en-US" altLang="ko-KR" smtClean="0"/>
          </a:p>
          <a:p>
            <a:pPr lvl="1"/>
            <a:r>
              <a:rPr lang="ko-KR" altLang="en-US" smtClean="0"/>
              <a:t>웹툰</a:t>
            </a:r>
            <a:endParaRPr lang="en-US" altLang="ko-KR" smtClean="0"/>
          </a:p>
          <a:p>
            <a:pPr lvl="1"/>
            <a:r>
              <a:rPr lang="ko-KR" altLang="en-US" smtClean="0"/>
              <a:t>에서 밴치마킹해도 될 듯하다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인사이드</a:t>
            </a:r>
            <a:r>
              <a:rPr lang="en-US" altLang="ko-KR" smtClean="0"/>
              <a:t>] </a:t>
            </a:r>
            <a:r>
              <a:rPr lang="ko-KR" altLang="en-US" smtClean="0"/>
              <a:t>분석하면서 보기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022" y="2935705"/>
            <a:ext cx="6053978" cy="392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94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37" y="125722"/>
            <a:ext cx="9496926" cy="660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9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 한 개 한 개의 퀄리티를 업 시키자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퀘스트의 조건이 너무 단순하면 안 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Main </a:t>
            </a:r>
            <a:r>
              <a:rPr lang="ko-KR" altLang="en-US" smtClean="0"/>
              <a:t>조건들이 리마커블하게 만들어보자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상호작용 구조물</a:t>
            </a:r>
            <a:r>
              <a:rPr lang="en-US" altLang="ko-KR" smtClean="0"/>
              <a:t>, </a:t>
            </a:r>
            <a:r>
              <a:rPr lang="ko-KR" altLang="en-US" smtClean="0"/>
              <a:t>트리거</a:t>
            </a:r>
            <a:r>
              <a:rPr lang="en-US" altLang="ko-KR" smtClean="0"/>
              <a:t>, </a:t>
            </a:r>
            <a:r>
              <a:rPr lang="ko-KR" altLang="en-US" smtClean="0"/>
              <a:t>이벤트 등을 활용해서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853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5</a:t>
            </a:r>
            <a:r>
              <a:rPr lang="ko-KR" altLang="en-US" smtClean="0"/>
              <a:t>개 정도의 연계 퀘스트를 만들자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시나리오 하나로 재밌게</a:t>
            </a:r>
            <a:r>
              <a:rPr lang="en-US" altLang="ko-KR"/>
              <a:t> </a:t>
            </a:r>
            <a:r>
              <a:rPr lang="ko-KR" altLang="en-US" smtClean="0"/>
              <a:t>흘러가게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그림을 그려서 아이디어 스케치를 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멀티 엔딩이 되기 위한 능력</a:t>
            </a:r>
            <a:r>
              <a:rPr lang="en-US" altLang="ko-KR" smtClean="0"/>
              <a:t>/</a:t>
            </a:r>
            <a:r>
              <a:rPr lang="ko-KR" altLang="en-US" smtClean="0"/>
              <a:t>점수의 분포를 만들어보자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6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플레이의 작용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주인공이 어떤 조작과 선택을 할 지</a:t>
            </a:r>
            <a:endParaRPr lang="en-US" altLang="ko-KR" smtClean="0"/>
          </a:p>
          <a:p>
            <a:r>
              <a:rPr lang="en-US" altLang="ko-KR" smtClean="0"/>
              <a:t>To do list</a:t>
            </a:r>
          </a:p>
          <a:p>
            <a:endParaRPr lang="en-US" altLang="ko-KR"/>
          </a:p>
          <a:p>
            <a:r>
              <a:rPr lang="ko-KR" altLang="en-US" smtClean="0"/>
              <a:t>조작은 이미 정해져있다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선택은 다양하게 연출할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배경 애니메이션</a:t>
            </a:r>
            <a:r>
              <a:rPr lang="en-US" altLang="ko-KR" smtClean="0"/>
              <a:t>([</a:t>
            </a:r>
            <a:r>
              <a:rPr lang="ko-KR" altLang="en-US" smtClean="0"/>
              <a:t>어라이즈</a:t>
            </a:r>
            <a:r>
              <a:rPr lang="en-US" altLang="ko-KR" smtClean="0"/>
              <a:t>])</a:t>
            </a:r>
          </a:p>
          <a:p>
            <a:pPr lvl="1"/>
            <a:r>
              <a:rPr lang="ko-KR" altLang="en-US" smtClean="0"/>
              <a:t>버튼 이벤트 액션 </a:t>
            </a:r>
            <a:r>
              <a:rPr lang="en-US" altLang="ko-KR" smtClean="0"/>
              <a:t>=&gt; </a:t>
            </a:r>
            <a:r>
              <a:rPr lang="ko-KR" altLang="en-US" smtClean="0"/>
              <a:t>우리가 </a:t>
            </a:r>
            <a:r>
              <a:rPr lang="en-US" altLang="ko-KR" smtClean="0"/>
              <a:t>‘</a:t>
            </a:r>
            <a:r>
              <a:rPr lang="ko-KR" altLang="en-US" smtClean="0"/>
              <a:t>정해진 조작으로 못했던 것</a:t>
            </a:r>
            <a:r>
              <a:rPr lang="en-US" altLang="ko-KR" smtClean="0"/>
              <a:t>＇</a:t>
            </a:r>
            <a:r>
              <a:rPr lang="ko-KR" altLang="en-US" smtClean="0"/>
              <a:t>을 해내면 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조작이면서 선택의 영역인 것</a:t>
            </a:r>
            <a:endParaRPr lang="en-US" altLang="ko-KR" smtClean="0"/>
          </a:p>
          <a:p>
            <a:pPr lvl="1"/>
            <a:r>
              <a:rPr lang="ko-KR" altLang="en-US" smtClean="0"/>
              <a:t>컨트롤 대상 변경</a:t>
            </a:r>
            <a:endParaRPr lang="en-US" altLang="ko-KR" smtClean="0"/>
          </a:p>
          <a:p>
            <a:pPr lvl="1"/>
            <a:r>
              <a:rPr lang="ko-KR" altLang="en-US" smtClean="0"/>
              <a:t>로봇에 탑승한다</a:t>
            </a:r>
            <a:r>
              <a:rPr lang="en-US" altLang="ko-KR" smtClean="0"/>
              <a:t>, </a:t>
            </a:r>
            <a:r>
              <a:rPr lang="ko-KR" altLang="en-US" smtClean="0"/>
              <a:t>차를 운전한다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714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77219"/>
            <a:ext cx="9448798" cy="650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2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478</Words>
  <Application>Microsoft Office PowerPoint</Application>
  <PresentationFormat>와이드스크린</PresentationFormat>
  <Paragraphs>99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어제 판서</vt:lpstr>
      <vt:lpstr>작가의 삼각형 / 독자의 삼각형</vt:lpstr>
      <vt:lpstr>PowerPoint 프레젠테이션</vt:lpstr>
      <vt:lpstr>퀘스트도 마찬가지</vt:lpstr>
      <vt:lpstr>PowerPoint 프레젠테이션</vt:lpstr>
      <vt:lpstr>연계 퀘스트</vt:lpstr>
      <vt:lpstr>퀘스트</vt:lpstr>
      <vt:lpstr>[인사이드] 분석하면서 보기</vt:lpstr>
      <vt:lpstr>[인사이드] 분석하면서 보기</vt:lpstr>
      <vt:lpstr>[인사이드] 분석하면서 보기</vt:lpstr>
      <vt:lpstr>PowerPoint 프레젠테이션</vt:lpstr>
      <vt:lpstr>멀티 엔딩</vt:lpstr>
      <vt:lpstr>경우의 수</vt:lpstr>
      <vt:lpstr>PowerPoint 프레젠테이션</vt:lpstr>
      <vt:lpstr>[인사이드] 분석하면서 보기</vt:lpstr>
      <vt:lpstr>[인사이드] 분석하면서 보기</vt:lpstr>
      <vt:lpstr>PowerPoint 프레젠테이션</vt:lpstr>
      <vt:lpstr>[인사이드] 분석하면서 보기</vt:lpstr>
      <vt:lpstr>[인사이드] 분석하면서 보기</vt:lpstr>
      <vt:lpstr>PowerPoint 프레젠테이션</vt:lpstr>
      <vt:lpstr>오늘 할 것</vt:lpstr>
      <vt:lpstr>포트폴리오</vt:lpstr>
      <vt:lpstr>플레이의 작용 요소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어제 판서</dc:title>
  <dc:creator>FullName</dc:creator>
  <cp:lastModifiedBy>FullName</cp:lastModifiedBy>
  <cp:revision>9</cp:revision>
  <dcterms:created xsi:type="dcterms:W3CDTF">2026-06-16T05:00:12Z</dcterms:created>
  <dcterms:modified xsi:type="dcterms:W3CDTF">2026-06-16T06:54:30Z</dcterms:modified>
</cp:coreProperties>
</file>