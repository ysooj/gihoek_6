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090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1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25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60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89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4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74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0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6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40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28354-B743-43C3-B390-84B1DA6E2C4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F4D35-6B89-4BF7-AD38-2E44950D94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90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5747" y="1825625"/>
            <a:ext cx="10860506" cy="4351338"/>
          </a:xfrm>
        </p:spPr>
        <p:txBody>
          <a:bodyPr/>
          <a:lstStyle/>
          <a:p>
            <a:r>
              <a:rPr lang="ko-KR" altLang="en-US" smtClean="0"/>
              <a:t>트리거</a:t>
            </a:r>
            <a:r>
              <a:rPr lang="en-US" altLang="ko-KR" smtClean="0"/>
              <a:t>1</a:t>
            </a:r>
            <a:r>
              <a:rPr lang="ko-KR" altLang="en-US" smtClean="0"/>
              <a:t>과 트리거</a:t>
            </a:r>
            <a:r>
              <a:rPr lang="en-US" altLang="ko-KR" smtClean="0"/>
              <a:t>2</a:t>
            </a:r>
            <a:endParaRPr lang="en-US" altLang="ko-KR"/>
          </a:p>
          <a:p>
            <a:pPr lvl="1"/>
            <a:r>
              <a:rPr lang="ko-KR" altLang="en-US" smtClean="0"/>
              <a:t>각각의 트리거 상태 </a:t>
            </a:r>
            <a:r>
              <a:rPr lang="en-US" altLang="ko-KR" smtClean="0"/>
              <a:t>(</a:t>
            </a:r>
            <a:r>
              <a:rPr lang="ko-KR" altLang="en-US" smtClean="0"/>
              <a:t>예 </a:t>
            </a:r>
            <a:r>
              <a:rPr lang="en-US" altLang="ko-KR" smtClean="0"/>
              <a:t>: on/off)</a:t>
            </a:r>
            <a:r>
              <a:rPr lang="ko-KR" altLang="en-US" smtClean="0"/>
              <a:t>에 따라 </a:t>
            </a:r>
            <a:r>
              <a:rPr lang="en-US" altLang="ko-KR" smtClean="0"/>
              <a:t>=&gt; </a:t>
            </a:r>
            <a:r>
              <a:rPr lang="ko-KR" altLang="en-US" smtClean="0"/>
              <a:t>이것이 바로 퀘스트의 조건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트리거</a:t>
            </a:r>
            <a:r>
              <a:rPr lang="en-US" altLang="ko-KR" smtClean="0"/>
              <a:t>1</a:t>
            </a:r>
            <a:r>
              <a:rPr lang="ko-KR" altLang="en-US" smtClean="0"/>
              <a:t>이 </a:t>
            </a:r>
            <a:r>
              <a:rPr lang="en-US" altLang="ko-KR" smtClean="0"/>
              <a:t>on</a:t>
            </a:r>
            <a:r>
              <a:rPr lang="ko-KR" altLang="en-US" smtClean="0"/>
              <a:t>돼있는지 </a:t>
            </a:r>
            <a:r>
              <a:rPr lang="en-US" altLang="ko-KR" smtClean="0"/>
              <a:t>– yes &gt; </a:t>
            </a:r>
            <a:r>
              <a:rPr lang="ko-KR" altLang="en-US" smtClean="0"/>
              <a:t>트리거 </a:t>
            </a:r>
            <a:r>
              <a:rPr lang="en-US" altLang="ko-KR" smtClean="0"/>
              <a:t>2</a:t>
            </a:r>
            <a:r>
              <a:rPr lang="ko-KR" altLang="en-US" smtClean="0"/>
              <a:t>를 어떻게 해야 하는지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			       - no &gt; </a:t>
            </a:r>
            <a:r>
              <a:rPr lang="ko-KR" altLang="en-US" smtClean="0"/>
              <a:t>트리거 </a:t>
            </a:r>
            <a:r>
              <a:rPr lang="en-US" altLang="ko-KR" smtClean="0"/>
              <a:t>1</a:t>
            </a:r>
            <a:r>
              <a:rPr lang="ko-KR" altLang="en-US" smtClean="0"/>
              <a:t>을 </a:t>
            </a:r>
            <a:r>
              <a:rPr lang="en-US" altLang="ko-KR" smtClean="0"/>
              <a:t>on </a:t>
            </a:r>
            <a:r>
              <a:rPr lang="ko-KR" altLang="en-US" smtClean="0"/>
              <a:t>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모델링 디자이너들</a:t>
            </a:r>
            <a:endParaRPr lang="en-US" altLang="ko-KR" smtClean="0"/>
          </a:p>
          <a:p>
            <a:pPr lvl="1"/>
            <a:r>
              <a:rPr lang="en-US" altLang="ko-KR" smtClean="0"/>
              <a:t>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의 모델링을 각각 그려낸다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동작하는 모델과 그냥 모델을 각각 그려준다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60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어제까지 배운 내용들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5747" y="1825625"/>
            <a:ext cx="10860506" cy="4351338"/>
          </a:xfrm>
        </p:spPr>
        <p:txBody>
          <a:bodyPr/>
          <a:lstStyle/>
          <a:p>
            <a:r>
              <a:rPr lang="ko-KR" altLang="en-US" smtClean="0"/>
              <a:t>발동 조건들의 세부 내용들까지 암기하자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64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직렬식 조건 </a:t>
            </a:r>
            <a:r>
              <a:rPr lang="en-US" altLang="ko-KR" smtClean="0"/>
              <a:t>(Direct) : </a:t>
            </a:r>
            <a:r>
              <a:rPr lang="ko-KR" altLang="en-US" smtClean="0"/>
              <a:t>순서상</a:t>
            </a:r>
            <a:r>
              <a:rPr lang="en-US" altLang="ko-KR" smtClean="0"/>
              <a:t>, </a:t>
            </a:r>
            <a:r>
              <a:rPr lang="ko-KR" altLang="en-US" smtClean="0"/>
              <a:t>이전의 조건을 달성해야 다음 조건을 수행할 수 있는 조건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1) </a:t>
            </a:r>
            <a:r>
              <a:rPr lang="ko-KR" altLang="en-US" smtClean="0"/>
              <a:t>조건</a:t>
            </a:r>
            <a:r>
              <a:rPr lang="en-US" altLang="ko-KR" smtClean="0"/>
              <a:t>1 </a:t>
            </a:r>
            <a:r>
              <a:rPr lang="ko-KR" altLang="en-US" smtClean="0"/>
              <a:t>성공 후 조건</a:t>
            </a:r>
            <a:r>
              <a:rPr lang="en-US" altLang="ko-KR" smtClean="0"/>
              <a:t>2 </a:t>
            </a:r>
            <a:r>
              <a:rPr lang="ko-KR" altLang="en-US" smtClean="0"/>
              <a:t>실패 시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1</a:t>
            </a:r>
            <a:r>
              <a:rPr lang="ko-KR" altLang="en-US" smtClean="0"/>
              <a:t>부터 다시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2 </a:t>
            </a:r>
            <a:r>
              <a:rPr lang="ko-KR" altLang="en-US" smtClean="0"/>
              <a:t>앞에서부터 다시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2) 5</a:t>
            </a:r>
            <a:r>
              <a:rPr lang="ko-KR" altLang="en-US" smtClean="0"/>
              <a:t>분 안에 조건 </a:t>
            </a:r>
            <a:r>
              <a:rPr lang="en-US" altLang="ko-KR" smtClean="0"/>
              <a:t>3</a:t>
            </a:r>
            <a:r>
              <a:rPr lang="ko-KR" altLang="en-US" smtClean="0"/>
              <a:t>개 달성하기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	   =&gt; </a:t>
            </a:r>
            <a:r>
              <a:rPr lang="ko-KR" altLang="en-US" smtClean="0"/>
              <a:t>조건</a:t>
            </a:r>
            <a:r>
              <a:rPr lang="en-US" altLang="ko-KR" smtClean="0"/>
              <a:t>3</a:t>
            </a:r>
            <a:r>
              <a:rPr lang="ko-KR" altLang="en-US" smtClean="0"/>
              <a:t>을 실패하면 </a:t>
            </a:r>
            <a:r>
              <a:rPr lang="en-US" altLang="ko-KR" smtClean="0"/>
              <a:t>-&gt; </a:t>
            </a:r>
            <a:r>
              <a:rPr lang="ko-KR" altLang="en-US" smtClean="0"/>
              <a:t>조건</a:t>
            </a:r>
            <a:r>
              <a:rPr lang="en-US" altLang="ko-KR" smtClean="0"/>
              <a:t>1</a:t>
            </a:r>
            <a:r>
              <a:rPr lang="ko-KR" altLang="en-US" smtClean="0"/>
              <a:t>부터 다시</a:t>
            </a:r>
            <a:endParaRPr lang="en-US" altLang="ko-KR" smtClean="0"/>
          </a:p>
          <a:p>
            <a:r>
              <a:rPr lang="ko-KR" altLang="en-US" smtClean="0"/>
              <a:t>병렬식 조건 </a:t>
            </a:r>
            <a:r>
              <a:rPr lang="en-US" altLang="ko-KR" smtClean="0"/>
              <a:t>: </a:t>
            </a:r>
            <a:r>
              <a:rPr lang="ko-KR" altLang="en-US" smtClean="0"/>
              <a:t>조건</a:t>
            </a:r>
            <a:r>
              <a:rPr lang="en-US" altLang="ko-KR" smtClean="0"/>
              <a:t>1~3 </a:t>
            </a:r>
            <a:r>
              <a:rPr lang="ko-KR" altLang="en-US" smtClean="0"/>
              <a:t>중 어떤 조건을 먼저 시작하든 상관업다</a:t>
            </a:r>
            <a:r>
              <a:rPr lang="en-US" altLang="ko-KR" smtClean="0"/>
              <a:t>. </a:t>
            </a:r>
            <a:r>
              <a:rPr lang="ko-KR" altLang="en-US" smtClean="0"/>
              <a:t>조건 </a:t>
            </a:r>
            <a:r>
              <a:rPr lang="en-US" altLang="ko-KR" smtClean="0"/>
              <a:t>3</a:t>
            </a:r>
            <a:r>
              <a:rPr lang="ko-KR" altLang="en-US" smtClean="0"/>
              <a:t>개를 모두 달성하기만 하면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555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진행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진행 조건은 직렬과 병렬 구성</a:t>
            </a:r>
            <a:r>
              <a:rPr lang="en-US" altLang="ko-KR" smtClean="0"/>
              <a:t>, </a:t>
            </a:r>
            <a:r>
              <a:rPr lang="ko-KR" altLang="en-US" smtClean="0"/>
              <a:t>실패 시 어디서부터 다시 시작할 지를 구성하는 게 중요</a:t>
            </a:r>
            <a:endParaRPr lang="en-US" altLang="ko-KR" smtClean="0"/>
          </a:p>
          <a:p>
            <a:r>
              <a:rPr lang="ko-KR" altLang="en-US" smtClean="0"/>
              <a:t>실패했을 때 분기가 달라지는 경우도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온라인 게임은 경쟁과 협동을 주요 요소로 하기 때문에</a:t>
            </a:r>
            <a:r>
              <a:rPr lang="en-US" altLang="ko-KR" smtClean="0"/>
              <a:t>, </a:t>
            </a:r>
            <a:r>
              <a:rPr lang="ko-KR" altLang="en-US" smtClean="0"/>
              <a:t>실패를 통해 분기를 만들어놓으면 상대적 박탈감을 느낄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따라서 보상에 차등을 준다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</a:t>
            </a:r>
            <a:r>
              <a:rPr lang="ko-KR" altLang="en-US" smtClean="0"/>
              <a:t>형평성 문제를 제시한다</a:t>
            </a:r>
            <a:r>
              <a:rPr lang="en-US" altLang="ko-KR" smtClean="0"/>
              <a:t>. </a:t>
            </a:r>
            <a:r>
              <a:rPr lang="ko-KR" altLang="en-US" smtClean="0"/>
              <a:t>따라서 온라인 게임은 분기를 안 만드는 게 좋다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분기가 있는 척 하고</a:t>
            </a:r>
            <a:r>
              <a:rPr lang="en-US" altLang="ko-KR" smtClean="0"/>
              <a:t>, </a:t>
            </a:r>
            <a:r>
              <a:rPr lang="ko-KR" altLang="en-US" smtClean="0"/>
              <a:t>어떤 루트로 가든 보상이 같게 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콘솔 게임은 실패를 체크한다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08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콘텐츠를 수행했니</a:t>
            </a:r>
            <a:r>
              <a:rPr lang="en-US" altLang="ko-KR" smtClean="0"/>
              <a:t>? </a:t>
            </a:r>
            <a:r>
              <a:rPr lang="ko-KR" altLang="en-US" smtClean="0"/>
              <a:t>시스템을 수행하는 경험을 했니</a:t>
            </a:r>
            <a:r>
              <a:rPr lang="en-US" altLang="ko-KR" smtClean="0"/>
              <a:t>?</a:t>
            </a:r>
          </a:p>
          <a:p>
            <a:endParaRPr lang="en-US" altLang="ko-KR" smtClean="0"/>
          </a:p>
          <a:p>
            <a:r>
              <a:rPr lang="ko-KR" altLang="en-US" smtClean="0"/>
              <a:t>던전</a:t>
            </a:r>
            <a:r>
              <a:rPr lang="en-US" altLang="ko-KR" smtClean="0"/>
              <a:t>/</a:t>
            </a:r>
            <a:r>
              <a:rPr lang="ko-KR" altLang="en-US" smtClean="0"/>
              <a:t>투기장을 경험해봤니</a:t>
            </a:r>
            <a:r>
              <a:rPr lang="en-US" altLang="ko-KR" smtClean="0"/>
              <a:t>?</a:t>
            </a:r>
          </a:p>
          <a:p>
            <a:pPr lvl="1"/>
            <a:r>
              <a:rPr lang="en-US" altLang="ko-KR" smtClean="0"/>
              <a:t>Detail(</a:t>
            </a:r>
            <a:r>
              <a:rPr lang="ko-KR" altLang="en-US" smtClean="0"/>
              <a:t>승리</a:t>
            </a:r>
            <a:r>
              <a:rPr lang="en-US" altLang="ko-KR" smtClean="0"/>
              <a:t>/</a:t>
            </a:r>
            <a:r>
              <a:rPr lang="ko-KR" altLang="en-US" smtClean="0"/>
              <a:t>실패</a:t>
            </a:r>
            <a:r>
              <a:rPr lang="en-US" altLang="ko-KR" smtClean="0"/>
              <a:t>/</a:t>
            </a:r>
            <a:r>
              <a:rPr lang="ko-KR" altLang="en-US" smtClean="0"/>
              <a:t>무승부</a:t>
            </a:r>
            <a:r>
              <a:rPr lang="en-US" altLang="ko-KR" smtClean="0"/>
              <a:t>)</a:t>
            </a:r>
            <a:r>
              <a:rPr lang="ko-KR" altLang="en-US" smtClean="0"/>
              <a:t>이 유저마다 너무 다르다</a:t>
            </a:r>
            <a:r>
              <a:rPr lang="en-US" altLang="ko-KR" smtClean="0"/>
              <a:t>. </a:t>
            </a:r>
            <a:r>
              <a:rPr lang="ko-KR" altLang="en-US" smtClean="0"/>
              <a:t>따라서 참여 여부만 묻는 경우가 많다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개발자는 유저가 콘텐츠를 경험하게 하고</a:t>
            </a:r>
            <a:r>
              <a:rPr lang="en-US" altLang="ko-KR" smtClean="0"/>
              <a:t>, </a:t>
            </a:r>
            <a:r>
              <a:rPr lang="ko-KR" altLang="en-US" smtClean="0"/>
              <a:t>유저가 재미를 느끼게 하기 위해서 참여를 유도하는 게 매우 중요하다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승리</a:t>
            </a:r>
            <a:r>
              <a:rPr lang="en-US" altLang="ko-KR" smtClean="0"/>
              <a:t>/</a:t>
            </a:r>
            <a:r>
              <a:rPr lang="ko-KR" altLang="en-US" smtClean="0"/>
              <a:t>실패</a:t>
            </a:r>
            <a:r>
              <a:rPr lang="en-US" altLang="ko-KR" smtClean="0"/>
              <a:t>(</a:t>
            </a:r>
            <a:r>
              <a:rPr lang="ko-KR" altLang="en-US" smtClean="0"/>
              <a:t>콘솔 게임 외에는 </a:t>
            </a:r>
            <a:r>
              <a:rPr lang="en-US" altLang="ko-KR" smtClean="0"/>
              <a:t>‘</a:t>
            </a:r>
            <a:r>
              <a:rPr lang="ko-KR" altLang="en-US" smtClean="0"/>
              <a:t>실패</a:t>
            </a:r>
            <a:r>
              <a:rPr lang="en-US" altLang="ko-KR" smtClean="0"/>
              <a:t>‘</a:t>
            </a:r>
            <a:r>
              <a:rPr lang="ko-KR" altLang="en-US" smtClean="0"/>
              <a:t>를 잘 체크하지 않는다</a:t>
            </a:r>
            <a:r>
              <a:rPr lang="en-US" altLang="ko-KR" smtClean="0"/>
              <a:t>.)/</a:t>
            </a:r>
            <a:r>
              <a:rPr lang="ko-KR" altLang="en-US" smtClean="0"/>
              <a:t>무승부 같은 디테일을 세부적으로 잘 만들어야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실패를 체크하면</a:t>
            </a:r>
            <a:r>
              <a:rPr lang="en-US" altLang="ko-KR" smtClean="0"/>
              <a:t>, </a:t>
            </a:r>
            <a:r>
              <a:rPr lang="ko-KR" altLang="en-US" smtClean="0"/>
              <a:t>어뷰징 유저들이 늘어날 수 있다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유저는 </a:t>
            </a:r>
            <a:r>
              <a:rPr lang="en-US" altLang="ko-KR" smtClean="0"/>
              <a:t>‘</a:t>
            </a:r>
            <a:r>
              <a:rPr lang="ko-KR" altLang="en-US" smtClean="0"/>
              <a:t>성장</a:t>
            </a:r>
            <a:r>
              <a:rPr lang="en-US" altLang="ko-KR" smtClean="0"/>
              <a:t>＇</a:t>
            </a:r>
            <a:r>
              <a:rPr lang="ko-KR" altLang="en-US" smtClean="0"/>
              <a:t>이 더 중요하기 때문에 퀘스트 완수에 목표를 더 둔다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60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몬스터를 잡았니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ko-KR" altLang="en-US" smtClean="0"/>
              <a:t>소극적인 유저들에게 부담을 주지 않게 잘 설계해야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‘</a:t>
            </a:r>
            <a:r>
              <a:rPr lang="ko-KR" altLang="en-US" smtClean="0"/>
              <a:t>파티장</a:t>
            </a:r>
            <a:r>
              <a:rPr lang="en-US" altLang="ko-KR" smtClean="0"/>
              <a:t>/</a:t>
            </a:r>
            <a:r>
              <a:rPr lang="ko-KR" altLang="en-US" smtClean="0"/>
              <a:t>공대장</a:t>
            </a:r>
            <a:r>
              <a:rPr lang="en-US" altLang="ko-KR" smtClean="0"/>
              <a:t>/</a:t>
            </a:r>
            <a:r>
              <a:rPr lang="ko-KR" altLang="en-US" smtClean="0"/>
              <a:t>길드장</a:t>
            </a:r>
            <a:r>
              <a:rPr lang="en-US" altLang="ko-KR" smtClean="0"/>
              <a:t>’</a:t>
            </a:r>
            <a:r>
              <a:rPr lang="ko-KR" altLang="en-US" smtClean="0"/>
              <a:t>으로 몬스터를 킬했니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우리가 어떤 조건들을 설정하느냐에 따라서 플레이어들 간의 관계가 형성되기도 한다</a:t>
            </a:r>
            <a:r>
              <a:rPr lang="en-US" altLang="ko-KR" smtClean="0"/>
              <a:t>.</a:t>
            </a:r>
          </a:p>
          <a:p>
            <a:pPr lvl="1"/>
            <a:endParaRPr lang="en-US" altLang="ko-KR"/>
          </a:p>
          <a:p>
            <a:r>
              <a:rPr lang="ko-KR" altLang="en-US" smtClean="0"/>
              <a:t>아이템을 획득했니</a:t>
            </a:r>
            <a:r>
              <a:rPr lang="en-US" altLang="ko-KR" smtClean="0"/>
              <a:t>?</a:t>
            </a:r>
          </a:p>
          <a:p>
            <a:pPr lvl="1"/>
            <a:r>
              <a:rPr lang="en-US" altLang="ko-KR" smtClean="0"/>
              <a:t>‘</a:t>
            </a:r>
            <a:r>
              <a:rPr lang="ko-KR" altLang="en-US" smtClean="0"/>
              <a:t>누가</a:t>
            </a:r>
            <a:r>
              <a:rPr lang="en-US" altLang="ko-KR" smtClean="0"/>
              <a:t>’ </a:t>
            </a:r>
            <a:r>
              <a:rPr lang="ko-KR" altLang="en-US" smtClean="0"/>
              <a:t>만든 아이템을 가져와줄래</a:t>
            </a:r>
            <a:r>
              <a:rPr lang="en-US" altLang="ko-KR" smtClean="0"/>
              <a:t>? =&gt; </a:t>
            </a:r>
            <a:r>
              <a:rPr lang="ko-KR" altLang="en-US" smtClean="0"/>
              <a:t>커뮤니티</a:t>
            </a:r>
            <a:r>
              <a:rPr lang="en-US" altLang="ko-KR" smtClean="0"/>
              <a:t>/</a:t>
            </a:r>
            <a:r>
              <a:rPr lang="ko-KR" altLang="en-US" smtClean="0"/>
              <a:t>스토리가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니가 획득한 아이템</a:t>
            </a:r>
            <a:r>
              <a:rPr lang="en-US" altLang="ko-KR" smtClean="0"/>
              <a:t>, </a:t>
            </a:r>
            <a:r>
              <a:rPr lang="ko-KR" altLang="en-US" smtClean="0"/>
              <a:t>착용도 했니</a:t>
            </a:r>
            <a:r>
              <a:rPr lang="en-US" altLang="ko-KR" smtClean="0"/>
              <a:t>? =&gt; </a:t>
            </a:r>
            <a:r>
              <a:rPr lang="ko-KR" altLang="en-US" smtClean="0"/>
              <a:t>착용 시 귀속되는 아이템</a:t>
            </a:r>
            <a:endParaRPr lang="en-US" altLang="ko-KR" smtClean="0"/>
          </a:p>
          <a:p>
            <a:pPr lvl="2"/>
            <a:r>
              <a:rPr lang="ko-KR" altLang="en-US" smtClean="0"/>
              <a:t>경매장에 팔지 말고</a:t>
            </a:r>
            <a:r>
              <a:rPr lang="en-US" altLang="ko-KR" smtClean="0"/>
              <a:t>, </a:t>
            </a:r>
            <a:r>
              <a:rPr lang="ko-KR" altLang="en-US" smtClean="0"/>
              <a:t>니가 착용해서 사용하라고</a:t>
            </a:r>
            <a:r>
              <a:rPr lang="en-US" altLang="ko-KR" smtClean="0"/>
              <a:t>.</a:t>
            </a:r>
            <a:endParaRPr lang="en-US" altLang="ko-KR"/>
          </a:p>
          <a:p>
            <a:pPr lvl="1"/>
            <a:r>
              <a:rPr lang="en-US" altLang="ko-KR" smtClean="0"/>
              <a:t>4</a:t>
            </a:r>
            <a:r>
              <a:rPr lang="ko-KR" altLang="en-US" smtClean="0"/>
              <a:t>단계 때 강화 실패 시 부서질 수도 있는 아이템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5</a:t>
            </a:r>
            <a:r>
              <a:rPr lang="ko-KR" altLang="en-US" smtClean="0"/>
              <a:t>단계까지 강화해오라는 퀘스트 설계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강화 확률 올려주는 아이템</a:t>
            </a:r>
            <a:r>
              <a:rPr lang="en-US" altLang="ko-KR" smtClean="0"/>
              <a:t>, </a:t>
            </a:r>
            <a:r>
              <a:rPr lang="ko-KR" altLang="en-US" smtClean="0"/>
              <a:t>실패를 한 번 막아주는 아이템을 상점에 팔면</a:t>
            </a:r>
            <a:r>
              <a:rPr lang="en-US" altLang="ko-KR" smtClean="0"/>
              <a:t>, </a:t>
            </a:r>
            <a:r>
              <a:rPr lang="ko-KR" altLang="en-US" smtClean="0"/>
              <a:t>고객들은 돈을 쓰게 된다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9179" y="1825624"/>
            <a:ext cx="11293642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위치 정보 만족</a:t>
            </a:r>
            <a:endParaRPr lang="en-US" altLang="ko-KR" smtClean="0"/>
          </a:p>
          <a:p>
            <a:pPr lvl="1"/>
            <a:r>
              <a:rPr lang="en-US" altLang="ko-KR" smtClean="0"/>
              <a:t>Player Character</a:t>
            </a:r>
            <a:r>
              <a:rPr lang="ko-KR" altLang="en-US" smtClean="0"/>
              <a:t>뿐만 아니라 </a:t>
            </a:r>
            <a:r>
              <a:rPr lang="en-US" altLang="ko-KR" smtClean="0"/>
              <a:t>NPC, Monster, Event Object</a:t>
            </a:r>
            <a:r>
              <a:rPr lang="ko-KR" altLang="en-US" smtClean="0"/>
              <a:t>의 위치까지 활용할 수 있다</a:t>
            </a:r>
            <a:r>
              <a:rPr lang="en-US" altLang="ko-KR" smtClean="0"/>
              <a:t>.</a:t>
            </a:r>
          </a:p>
          <a:p>
            <a:pPr lvl="2"/>
            <a:r>
              <a:rPr lang="ko-KR" altLang="en-US" smtClean="0"/>
              <a:t>예</a:t>
            </a:r>
            <a:r>
              <a:rPr lang="en-US" altLang="ko-KR" smtClean="0"/>
              <a:t>) PC</a:t>
            </a:r>
            <a:r>
              <a:rPr lang="ko-KR" altLang="en-US" smtClean="0"/>
              <a:t>가 먼저 함정 위치를 지나가고</a:t>
            </a:r>
            <a:r>
              <a:rPr lang="en-US" altLang="ko-KR" smtClean="0"/>
              <a:t>, </a:t>
            </a:r>
            <a:r>
              <a:rPr lang="ko-KR" altLang="en-US" smtClean="0"/>
              <a:t>그 다음에 몬스터가 함정 위치에 오면 함정 발동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스킬</a:t>
            </a:r>
            <a:r>
              <a:rPr lang="en-US" altLang="ko-KR" smtClean="0"/>
              <a:t> </a:t>
            </a:r>
            <a:r>
              <a:rPr lang="ko-KR" altLang="en-US" smtClean="0"/>
              <a:t>사용정보 만족</a:t>
            </a:r>
            <a:endParaRPr lang="en-US" altLang="ko-KR" smtClean="0"/>
          </a:p>
          <a:p>
            <a:pPr lvl="1"/>
            <a:r>
              <a:rPr lang="ko-KR" altLang="en-US" smtClean="0"/>
              <a:t>대상의 스킬 등의 버프 등의 부여 상태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기능 사용</a:t>
            </a:r>
            <a:endParaRPr lang="en-US" altLang="ko-KR" smtClean="0"/>
          </a:p>
          <a:p>
            <a:pPr lvl="1"/>
            <a:r>
              <a:rPr lang="ko-KR" altLang="en-US" smtClean="0"/>
              <a:t>그냥 공격이나 스킬을 사용해서 몬스터를 잡을 수도 있지만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트리거를 통해서 몬스터를 잡을 수도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984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완료보상조건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49179" y="1825624"/>
            <a:ext cx="11293642" cy="5032375"/>
          </a:xfrm>
        </p:spPr>
        <p:txBody>
          <a:bodyPr>
            <a:normAutofit/>
          </a:bodyPr>
          <a:lstStyle/>
          <a:p>
            <a:r>
              <a:rPr lang="ko-KR" altLang="en-US" smtClean="0"/>
              <a:t>퀘스트 </a:t>
            </a:r>
            <a:r>
              <a:rPr lang="en-US" altLang="ko-KR" smtClean="0"/>
              <a:t>‘</a:t>
            </a:r>
            <a:r>
              <a:rPr lang="ko-KR" altLang="en-US" smtClean="0"/>
              <a:t>완료조건</a:t>
            </a:r>
            <a:r>
              <a:rPr lang="en-US" altLang="ko-KR" smtClean="0"/>
              <a:t>’</a:t>
            </a:r>
            <a:r>
              <a:rPr lang="ko-KR" altLang="en-US" smtClean="0"/>
              <a:t>을 달성하고 나면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그 퀘스트에 대한 기록에 </a:t>
            </a:r>
            <a:r>
              <a:rPr lang="en-US" altLang="ko-KR" smtClean="0"/>
              <a:t>‘On’</a:t>
            </a:r>
            <a:r>
              <a:rPr lang="ko-KR" altLang="en-US" smtClean="0"/>
              <a:t>을 기록하게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대부분의 퀘스트는 </a:t>
            </a:r>
            <a:r>
              <a:rPr lang="en-US" altLang="ko-KR" smtClean="0"/>
              <a:t>1</a:t>
            </a:r>
            <a:r>
              <a:rPr lang="ko-KR" altLang="en-US" smtClean="0"/>
              <a:t>회성이기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한 번 </a:t>
            </a:r>
            <a:r>
              <a:rPr lang="en-US" altLang="ko-KR" smtClean="0"/>
              <a:t>On</a:t>
            </a:r>
            <a:r>
              <a:rPr lang="ko-KR" altLang="en-US" smtClean="0"/>
              <a:t>으로 기록된 퀘스트는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다시는 할 수 없게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이런 식으로 퀘스트를 관리할 수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On</a:t>
            </a:r>
            <a:r>
              <a:rPr lang="ko-KR" altLang="en-US" smtClean="0"/>
              <a:t>으로 기록된 퀘스트에 대해 보상을 지급하게 할 수 있다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5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58" y="462554"/>
            <a:ext cx="11614484" cy="593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83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404</Words>
  <Application>Microsoft Office PowerPoint</Application>
  <PresentationFormat>와이드스크린</PresentationFormat>
  <Paragraphs>58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상호작용 구조물</vt:lpstr>
      <vt:lpstr>어제까지 배운 내용들</vt:lpstr>
      <vt:lpstr>진행 조건</vt:lpstr>
      <vt:lpstr>진행 조건</vt:lpstr>
      <vt:lpstr>완료조건</vt:lpstr>
      <vt:lpstr>완료조건</vt:lpstr>
      <vt:lpstr>완료조건</vt:lpstr>
      <vt:lpstr>완료보상조건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상호작용 구조물</dc:title>
  <dc:creator>FullName</dc:creator>
  <cp:lastModifiedBy>FullName</cp:lastModifiedBy>
  <cp:revision>13</cp:revision>
  <dcterms:created xsi:type="dcterms:W3CDTF">2026-06-23T05:00:32Z</dcterms:created>
  <dcterms:modified xsi:type="dcterms:W3CDTF">2026-06-23T06:50:20Z</dcterms:modified>
</cp:coreProperties>
</file>