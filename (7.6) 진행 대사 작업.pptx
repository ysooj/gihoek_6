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9B0A35-E10E-454F-8B27-636FAFADF3CD}" v="8" dt="2026-07-06T06:38:40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modSld">
      <pc:chgData name="musukie52@gmail.com" userId="017bd91f96aa8751" providerId="LiveId" clId="{5B2C3894-F97E-4CAB-8812-5BB4D83AAC6A}" dt="2026-07-06T06:39:27.103" v="169" actId="20577"/>
      <pc:docMkLst>
        <pc:docMk/>
      </pc:docMkLst>
      <pc:sldChg chg="addSp delSp modSp new mod">
        <pc:chgData name="musukie52@gmail.com" userId="017bd91f96aa8751" providerId="LiveId" clId="{5B2C3894-F97E-4CAB-8812-5BB4D83AAC6A}" dt="2026-07-06T05:05:48.119" v="5" actId="1076"/>
        <pc:sldMkLst>
          <pc:docMk/>
          <pc:sldMk cId="2401549975" sldId="256"/>
        </pc:sldMkLst>
        <pc:spChg chg="del">
          <ac:chgData name="musukie52@gmail.com" userId="017bd91f96aa8751" providerId="LiveId" clId="{5B2C3894-F97E-4CAB-8812-5BB4D83AAC6A}" dt="2026-07-06T05:05:43.234" v="1" actId="478"/>
          <ac:spMkLst>
            <pc:docMk/>
            <pc:sldMk cId="2401549975" sldId="256"/>
            <ac:spMk id="2" creationId="{1B3C137B-7D53-FF98-2642-AB3AF271D9DF}"/>
          </ac:spMkLst>
        </pc:spChg>
        <pc:spChg chg="del">
          <ac:chgData name="musukie52@gmail.com" userId="017bd91f96aa8751" providerId="LiveId" clId="{5B2C3894-F97E-4CAB-8812-5BB4D83AAC6A}" dt="2026-07-06T05:05:43.234" v="1" actId="478"/>
          <ac:spMkLst>
            <pc:docMk/>
            <pc:sldMk cId="2401549975" sldId="256"/>
            <ac:spMk id="3" creationId="{2628ED17-5BB5-F878-CB4F-F6D157E6F1FD}"/>
          </ac:spMkLst>
        </pc:spChg>
        <pc:picChg chg="add mod">
          <ac:chgData name="musukie52@gmail.com" userId="017bd91f96aa8751" providerId="LiveId" clId="{5B2C3894-F97E-4CAB-8812-5BB4D83AAC6A}" dt="2026-07-06T05:05:48.119" v="5" actId="1076"/>
          <ac:picMkLst>
            <pc:docMk/>
            <pc:sldMk cId="2401549975" sldId="256"/>
            <ac:picMk id="5" creationId="{94276F9A-5D9A-8528-076A-56C8004EB131}"/>
          </ac:picMkLst>
        </pc:picChg>
      </pc:sldChg>
      <pc:sldChg chg="addSp delSp modSp new mod">
        <pc:chgData name="musukie52@gmail.com" userId="017bd91f96aa8751" providerId="LiveId" clId="{5B2C3894-F97E-4CAB-8812-5BB4D83AAC6A}" dt="2026-07-06T06:35:35.485" v="15" actId="14100"/>
        <pc:sldMkLst>
          <pc:docMk/>
          <pc:sldMk cId="2153875788" sldId="257"/>
        </pc:sldMkLst>
        <pc:spChg chg="del">
          <ac:chgData name="musukie52@gmail.com" userId="017bd91f96aa8751" providerId="LiveId" clId="{5B2C3894-F97E-4CAB-8812-5BB4D83AAC6A}" dt="2026-07-06T06:35:23.456" v="7" actId="478"/>
          <ac:spMkLst>
            <pc:docMk/>
            <pc:sldMk cId="2153875788" sldId="257"/>
            <ac:spMk id="2" creationId="{9E2936A9-4333-BD36-9184-CAECB1CEDCFE}"/>
          </ac:spMkLst>
        </pc:spChg>
        <pc:spChg chg="del">
          <ac:chgData name="musukie52@gmail.com" userId="017bd91f96aa8751" providerId="LiveId" clId="{5B2C3894-F97E-4CAB-8812-5BB4D83AAC6A}" dt="2026-07-06T06:35:23.456" v="7" actId="478"/>
          <ac:spMkLst>
            <pc:docMk/>
            <pc:sldMk cId="2153875788" sldId="257"/>
            <ac:spMk id="3" creationId="{57AB2C0E-D0BB-D768-E8CF-31FC4598F264}"/>
          </ac:spMkLst>
        </pc:spChg>
        <pc:picChg chg="add mod">
          <ac:chgData name="musukie52@gmail.com" userId="017bd91f96aa8751" providerId="LiveId" clId="{5B2C3894-F97E-4CAB-8812-5BB4D83AAC6A}" dt="2026-07-06T06:35:35.485" v="15" actId="14100"/>
          <ac:picMkLst>
            <pc:docMk/>
            <pc:sldMk cId="2153875788" sldId="257"/>
            <ac:picMk id="5" creationId="{B39CBCF8-93FB-2A83-5824-59A25F1629D3}"/>
          </ac:picMkLst>
        </pc:picChg>
      </pc:sldChg>
      <pc:sldChg chg="addSp delSp modSp add mod">
        <pc:chgData name="musukie52@gmail.com" userId="017bd91f96aa8751" providerId="LiveId" clId="{5B2C3894-F97E-4CAB-8812-5BB4D83AAC6A}" dt="2026-07-06T06:35:55.945" v="17" actId="14100"/>
        <pc:sldMkLst>
          <pc:docMk/>
          <pc:sldMk cId="651978073" sldId="258"/>
        </pc:sldMkLst>
        <pc:picChg chg="add mod">
          <ac:chgData name="musukie52@gmail.com" userId="017bd91f96aa8751" providerId="LiveId" clId="{5B2C3894-F97E-4CAB-8812-5BB4D83AAC6A}" dt="2026-07-06T06:35:55.945" v="17" actId="14100"/>
          <ac:picMkLst>
            <pc:docMk/>
            <pc:sldMk cId="651978073" sldId="258"/>
            <ac:picMk id="3" creationId="{1974B373-CE6F-7E75-F2E4-4FF1422DB2CF}"/>
          </ac:picMkLst>
        </pc:picChg>
        <pc:picChg chg="del">
          <ac:chgData name="musukie52@gmail.com" userId="017bd91f96aa8751" providerId="LiveId" clId="{5B2C3894-F97E-4CAB-8812-5BB4D83AAC6A}" dt="2026-07-06T06:35:27.806" v="10" actId="478"/>
          <ac:picMkLst>
            <pc:docMk/>
            <pc:sldMk cId="651978073" sldId="258"/>
            <ac:picMk id="5" creationId="{0471E959-90D6-9C4D-0AC6-75CBFF3A5E0B}"/>
          </ac:picMkLst>
        </pc:picChg>
      </pc:sldChg>
      <pc:sldChg chg="addSp modSp add mod">
        <pc:chgData name="musukie52@gmail.com" userId="017bd91f96aa8751" providerId="LiveId" clId="{5B2C3894-F97E-4CAB-8812-5BB4D83AAC6A}" dt="2026-07-06T06:36:50.368" v="19" actId="14100"/>
        <pc:sldMkLst>
          <pc:docMk/>
          <pc:sldMk cId="551501608" sldId="259"/>
        </pc:sldMkLst>
        <pc:picChg chg="add mod">
          <ac:chgData name="musukie52@gmail.com" userId="017bd91f96aa8751" providerId="LiveId" clId="{5B2C3894-F97E-4CAB-8812-5BB4D83AAC6A}" dt="2026-07-06T06:36:50.368" v="19" actId="14100"/>
          <ac:picMkLst>
            <pc:docMk/>
            <pc:sldMk cId="551501608" sldId="259"/>
            <ac:picMk id="3" creationId="{BDB0D48D-60B7-B750-518F-2B06BC2DC8AC}"/>
          </ac:picMkLst>
        </pc:picChg>
      </pc:sldChg>
      <pc:sldChg chg="addSp modSp add mod">
        <pc:chgData name="musukie52@gmail.com" userId="017bd91f96aa8751" providerId="LiveId" clId="{5B2C3894-F97E-4CAB-8812-5BB4D83AAC6A}" dt="2026-07-06T06:37:11.870" v="21" actId="14100"/>
        <pc:sldMkLst>
          <pc:docMk/>
          <pc:sldMk cId="302319836" sldId="260"/>
        </pc:sldMkLst>
        <pc:picChg chg="add mod">
          <ac:chgData name="musukie52@gmail.com" userId="017bd91f96aa8751" providerId="LiveId" clId="{5B2C3894-F97E-4CAB-8812-5BB4D83AAC6A}" dt="2026-07-06T06:37:11.870" v="21" actId="14100"/>
          <ac:picMkLst>
            <pc:docMk/>
            <pc:sldMk cId="302319836" sldId="260"/>
            <ac:picMk id="3" creationId="{16A367B7-9F0C-293C-8DFB-31A7CB9CF87D}"/>
          </ac:picMkLst>
        </pc:picChg>
      </pc:sldChg>
      <pc:sldChg chg="addSp modSp add mod">
        <pc:chgData name="musukie52@gmail.com" userId="017bd91f96aa8751" providerId="LiveId" clId="{5B2C3894-F97E-4CAB-8812-5BB4D83AAC6A}" dt="2026-07-06T06:37:40.179" v="25" actId="14100"/>
        <pc:sldMkLst>
          <pc:docMk/>
          <pc:sldMk cId="1330905164" sldId="261"/>
        </pc:sldMkLst>
        <pc:picChg chg="add mod">
          <ac:chgData name="musukie52@gmail.com" userId="017bd91f96aa8751" providerId="LiveId" clId="{5B2C3894-F97E-4CAB-8812-5BB4D83AAC6A}" dt="2026-07-06T06:37:40.179" v="25" actId="14100"/>
          <ac:picMkLst>
            <pc:docMk/>
            <pc:sldMk cId="1330905164" sldId="261"/>
            <ac:picMk id="3" creationId="{B2EE129C-670D-7E3B-35F9-9F8C20B0592F}"/>
          </ac:picMkLst>
        </pc:picChg>
      </pc:sldChg>
      <pc:sldChg chg="add">
        <pc:chgData name="musukie52@gmail.com" userId="017bd91f96aa8751" providerId="LiveId" clId="{5B2C3894-F97E-4CAB-8812-5BB4D83AAC6A}" dt="2026-07-06T06:35:29.867" v="14"/>
        <pc:sldMkLst>
          <pc:docMk/>
          <pc:sldMk cId="3165424088" sldId="262"/>
        </pc:sldMkLst>
      </pc:sldChg>
      <pc:sldChg chg="add">
        <pc:chgData name="musukie52@gmail.com" userId="017bd91f96aa8751" providerId="LiveId" clId="{5B2C3894-F97E-4CAB-8812-5BB4D83AAC6A}" dt="2026-07-06T06:37:14.352" v="22"/>
        <pc:sldMkLst>
          <pc:docMk/>
          <pc:sldMk cId="458269053" sldId="263"/>
        </pc:sldMkLst>
      </pc:sldChg>
      <pc:sldChg chg="add">
        <pc:chgData name="musukie52@gmail.com" userId="017bd91f96aa8751" providerId="LiveId" clId="{5B2C3894-F97E-4CAB-8812-5BB4D83AAC6A}" dt="2026-07-06T06:37:14.556" v="23"/>
        <pc:sldMkLst>
          <pc:docMk/>
          <pc:sldMk cId="2944328390" sldId="264"/>
        </pc:sldMkLst>
      </pc:sldChg>
      <pc:sldChg chg="modSp new mod">
        <pc:chgData name="musukie52@gmail.com" userId="017bd91f96aa8751" providerId="LiveId" clId="{5B2C3894-F97E-4CAB-8812-5BB4D83AAC6A}" dt="2026-07-06T06:39:27.103" v="169" actId="20577"/>
        <pc:sldMkLst>
          <pc:docMk/>
          <pc:sldMk cId="1239092491" sldId="265"/>
        </pc:sldMkLst>
        <pc:spChg chg="mod">
          <ac:chgData name="musukie52@gmail.com" userId="017bd91f96aa8751" providerId="LiveId" clId="{5B2C3894-F97E-4CAB-8812-5BB4D83AAC6A}" dt="2026-07-06T06:38:57.593" v="114" actId="20577"/>
          <ac:spMkLst>
            <pc:docMk/>
            <pc:sldMk cId="1239092491" sldId="265"/>
            <ac:spMk id="2" creationId="{601649E2-2A56-8F6C-6280-4BAD39E9289A}"/>
          </ac:spMkLst>
        </pc:spChg>
        <pc:spChg chg="mod">
          <ac:chgData name="musukie52@gmail.com" userId="017bd91f96aa8751" providerId="LiveId" clId="{5B2C3894-F97E-4CAB-8812-5BB4D83AAC6A}" dt="2026-07-06T06:39:27.103" v="169" actId="20577"/>
          <ac:spMkLst>
            <pc:docMk/>
            <pc:sldMk cId="1239092491" sldId="265"/>
            <ac:spMk id="3" creationId="{D3B21505-0E72-37A3-5E89-158543565A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EB635-85B7-0EFD-5B4D-0C695309B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E23FA1-6922-D9AD-8F90-15D849E1E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16B02F-1B18-0CAB-FC5F-E4DB772D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50B68E-6DBD-5835-BD73-5671E8CA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9327F-07F0-AC26-55EB-26F0EE81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92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D22C7-DBFA-7C58-765E-66298283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45DFA-59C5-C1A4-F9BA-995A2748B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7D7198-B712-DCE4-D933-B038FE2D8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89AB8-EF26-B631-E5EC-D3342F12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F78732-7145-CD3F-DA07-F3855C9D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08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5588B-988C-DC11-CE66-D1F72DCC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FBE9C9-8BD2-A7A5-4FB9-AC3D06C86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04BE8-0F3D-E4C5-1AEC-F486C0C9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966F9-3094-2B4C-36F2-03AD8C52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72CBF-6D7C-32A4-331D-CADBBFF3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2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FACA0-9681-026E-1343-AE064E75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2C61E4-521C-A62E-CFAB-6F6EEEAAA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96DF8-7CD3-C336-21DB-6C816A62D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C5A2AB-F850-5FA4-6ED6-103F4837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549D7-0128-56C7-9AF3-3E50427E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43EC3B-9571-2A7C-B6DA-8C77EF75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62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DD0A7-444D-7426-91B3-594BA630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39440-EEF3-D90C-6D1E-F105E4BE4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247C47-303E-93CC-C96D-5EBF5198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219334-3881-D977-7AB7-A93E700BD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211A9F-8A44-1A4C-893F-3F3B08A8A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A8CE7D-882F-40B7-BDB5-AF548651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DAC760-EA04-AA05-C2EE-2783FC56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CA0184-B421-DCE7-66D1-1152BB3D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09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FC6CF-73A1-AD5A-0E91-268204F7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8D1758-24BA-3F65-9B9F-B798312B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B0AA7D-FFEC-E832-D6BE-B5B12975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2A9281-01B8-1A27-3C81-2006E867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81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57BA33-8FA1-4717-9779-8E7E94FD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B728A3-5058-0293-0523-681DD865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C56F6-6E18-31F4-80F9-AB89A647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8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AA38E-D9EE-475F-8747-07028ED9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1A8BB-B93D-6D2D-828C-965EDB776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947C02-7995-68BD-1980-3A56F90AD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59013-C6FE-3AB6-CB0F-6080212F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02E46C-6B11-65B1-F051-B1BD0CFF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D9F8AC-288A-ED95-11A8-B23A668A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76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71E04-97B8-0F82-6F41-E7698798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4117C-5627-96BE-9638-BA27E4ED3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B4A5A3-3B50-AFBE-5721-167B7B6A0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856271-3794-9A5D-0F85-9AC60720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06EB70-6796-844C-7D3E-D2837132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CD39B9-EFF4-0BB5-2C31-984E9277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4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A9B08-2D0D-C83B-8769-B01ECB41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640887-5108-C7B0-39BC-A04312EB7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A65AD3-5C63-244E-4C56-4B9D2F5A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3753FB-EB39-7840-EB32-190FBA59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FD3A4-8CD8-06D6-F010-2853556E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48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AE9C7D-CE2F-174F-6338-905DDEC21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89895D-FE98-B129-B1FB-636C08DC6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1F2A35-BD2C-7C60-9D6D-6CEC52B3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9BD42-6FEA-CFE7-3F97-D24B44BA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FCAA56-35B9-9228-BF37-E3492221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2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F0375E-A8A1-97C0-B1E0-AD832AB6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061AF-2F20-F7B6-0857-0CBC8E9A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B80562-12DD-4834-9A48-58D053578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6F51-E38D-4915-AF76-B19CF20FE7D5}" type="datetimeFigureOut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294E4-5D48-45D7-4402-FAF93EC9A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3683A-A42E-3C8C-2920-FD18699A3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CBAAE-C1DB-44CF-AAC7-085DE5E76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66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4276F9A-5D9A-8528-076A-56C8004E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59" y="509885"/>
            <a:ext cx="9850126" cy="225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4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39CBCF8-93FB-2A83-5824-59A25F16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62" y="372800"/>
            <a:ext cx="9248076" cy="61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7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2CBD-38C2-DA55-768B-673200ED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74B373-CE6F-7E75-F2E4-4FF1422D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08" y="423747"/>
            <a:ext cx="11280384" cy="601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7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907B-2B5F-3701-9602-D8BA12AE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B0D48D-60B7-B750-518F-2B06BC2D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72" y="126193"/>
            <a:ext cx="9984056" cy="660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0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95F7-E98E-7890-F5F6-D56BEDE3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A367B7-9F0C-293C-8DFB-31A7CB9CF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06" y="79541"/>
            <a:ext cx="10273988" cy="669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5A371-632F-B0ED-6B03-8FA5FEC2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EE129C-670D-7E3B-35F9-9F8C20B05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3" y="657923"/>
            <a:ext cx="11103034" cy="554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5FCE-A968-BF93-B27A-3D4E7459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26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AAC3-7281-1BD0-F4C7-FAB77DFF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32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6C13-3866-3532-A66F-0251D77B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424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649E2-2A56-8F6C-6280-4BAD39E9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따라하기</a:t>
            </a:r>
            <a:r>
              <a:rPr lang="en-US" altLang="ko-KR" dirty="0"/>
              <a:t>] </a:t>
            </a:r>
            <a:r>
              <a:rPr lang="ko-KR" altLang="en-US" dirty="0"/>
              <a:t>내일 할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21505-0E72-37A3-5E89-158543565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[</a:t>
            </a:r>
            <a:r>
              <a:rPr lang="ko-KR" altLang="en-US" b="1" dirty="0"/>
              <a:t>퀘스트 설계 포트폴리오</a:t>
            </a:r>
            <a:r>
              <a:rPr lang="en-US" altLang="ko-KR" b="1" dirty="0"/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달성하는 과정의 재미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재미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/>
              <a:t>재미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09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</Words>
  <Application>Microsoft Office PowerPoint</Application>
  <PresentationFormat>와이드스크린</PresentationFormat>
  <Paragraphs>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[따라하기] 내일 할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2026-07-06T05:05:32Z</dcterms:created>
  <dcterms:modified xsi:type="dcterms:W3CDTF">2026-07-06T06:39:34Z</dcterms:modified>
</cp:coreProperties>
</file>