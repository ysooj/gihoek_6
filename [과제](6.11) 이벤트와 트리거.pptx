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E3AAC-D0F8-13F2-F9F7-151E2AF20A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30EFAE-A280-15BF-1DF1-64FFC866D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B79263-EF07-C9D1-883E-6012A79F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0026F9-D28A-95C8-6FB5-7C305595D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9DAF97-6567-2B63-AD84-21B6AB56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349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E9B1D-FC8D-D2CE-D461-35969E58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94F8B8-1B68-7EA5-9159-4BEA2D8AC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BAC385-D565-766A-9321-E19AEFFB4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9BABB4-520D-7320-E587-256A59C7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A6E79A-540D-69E1-80CA-C5AFEAF1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271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D0BAE9-0A4D-7D68-1558-10700C6FC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FABB7C-2F54-9B3C-19D1-1E337385A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C0E3F3-2096-734E-B329-3FDE3837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82477B-6C3A-CF2C-7D77-E4731966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652E01-F253-0BFE-9C9A-C0B511574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175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B7359-2D9E-F819-12CE-8FA4A419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F1171A-D54B-6C89-DD93-FAD50A8397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71CF21-9583-0039-C7E0-333481440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B01C39-8868-B4D0-DE5D-469C58DE5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5A422E-0DE6-16F0-63CC-4358216CF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82401B-4F9F-28F6-6791-27214BF91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59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C2CCE-D99C-8CF3-26F5-2C5883BDD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D4D105-B6B5-C6CC-CB76-C64C23673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0A14EB-03E2-8B71-1BAB-761DB74E9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562ED5-C3DA-DDC4-A9C6-A7F4906A8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7DF6E7-B190-3DC4-43B5-1A086FE1E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C15BD1-A95B-092E-E3B4-CCD1DCA1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BAD25F-B41E-047A-7EA9-F745B9E1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C501-0B1E-A18A-84A1-E1C45739C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09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B70D4-B355-166D-87C3-439C1439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58ED9B-8FDB-D70D-A1FC-CE07A5EFE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3F4F86-A618-B7E1-1D7E-B0FA22AFB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B17CE1-BBF0-4AB8-37CF-6249345F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27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3ECE04-F776-E883-493F-7F7AA286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790A226-0BA9-CF92-F465-227C4B2A1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66F9BE-A5E9-65E4-F83E-D79013FF8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10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C1ABB-BE64-0226-A8FC-8B312AA1A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F1E8B4-2541-ACE7-0582-341745F0D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2614D4-5B04-CC5E-FF9B-813C43EFF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D474F8-EA39-E5BD-092C-5E8DC68B2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1AC430-7630-A71D-E562-66B7DE58C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785F55-476B-78BF-3B4C-D65E7235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68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0CF33-B8EB-C262-64E4-F6562C41C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D333ED-F8A9-3D17-0370-68CC90D93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CA5CD6-4452-EBF5-1336-A59B5B32A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65CF43-5984-2F6E-301A-CE38F53A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21344C-31E5-35DE-258A-243641FC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A5661E-A7E9-64B2-B89E-8144C126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275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F47BF-1E54-D4AB-0797-CB08CAEA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C8E441-8940-A435-452D-7711D32A5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F34ECF-00A6-D1C3-4B6F-DF46A61C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310A73-D412-0E41-38B0-91B12052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340C67-7945-636A-CF58-248E4832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46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E89B9B-8C85-F736-64BD-1BDC1A026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57F18B-1167-C3C2-3844-C8A2F24CD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A5EDB-F9DA-B261-956C-2C8634CF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A65076-2ADA-B1D5-A49A-D7230E10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24DD3C-56D5-1DF3-F024-424FF729B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99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F33D35-27C4-8A36-0AFE-993933A8F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9152AF-C017-FE42-F9A1-B06F9DCE9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DAADFC-2ECC-03B0-A7CE-2EF82A6D9C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6570D8-E751-403B-8F70-69B4A957C09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D5B5E1-66C6-6806-D673-89D7C6F19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A446AB-8A44-EB74-733E-64BDD6BAC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B620E-30AB-4753-AF0D-56C586097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51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3D45E-4987-F510-D2F9-F3642E8C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폐교 챕터 이벤트 / 트리거 구성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E4FF22B-DEC8-0EC4-C00A-9572504291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800240"/>
              </p:ext>
            </p:extLst>
          </p:nvPr>
        </p:nvGraphicFramePr>
        <p:xfrm>
          <a:off x="838200" y="1825625"/>
          <a:ext cx="10515597" cy="32359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792222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8725900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51439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구간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이벤트 / 트리거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목적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833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1층 탐색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숨기(Hide) 튜토리얼 학습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환영체 대응 방법 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916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1층 → 2층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막혀있던 계단 개방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자연스러운 동선 유도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06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2층 진입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정예 몬스터 배치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무기 탐색 필요성 인지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6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3층 탐색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균열에 영향을 받은 물체 획득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전투 강화 요소 제공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2층 재진입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인간 모습 포스터를 이용해 환영체 유인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1-3반 진입 퍼즐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595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1학년 3반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보스의 과거(학교폭력) 체험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스토리 전달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662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강당 진입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문 폐쇄 및 보스 등장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 err="1"/>
                        <a:t>보스전</a:t>
                      </a:r>
                      <a:r>
                        <a:rPr lang="ko-KR" altLang="ko-KR" dirty="0"/>
                        <a:t> 진입 연출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7106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7A3AA7-F4B3-254E-51AB-95F78CCF202D}"/>
              </a:ext>
            </a:extLst>
          </p:cNvPr>
          <p:cNvSpPr txBox="1"/>
          <p:nvPr/>
        </p:nvSpPr>
        <p:spPr>
          <a:xfrm>
            <a:off x="693271" y="5187576"/>
            <a:ext cx="108293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주요 연출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방송실 접근 시 기계 노이즈 발생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 err="1"/>
              <a:t>환영체</a:t>
            </a:r>
            <a:r>
              <a:rPr lang="ko-KR" altLang="ko-KR" dirty="0"/>
              <a:t> 주변 형광등 깜빡임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보스 기억 체험 이후 칠판 낙서 변화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강당 입장 시 문 폐쇄 및 조명 점등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D4D4D4"/>
              </a:clrFrom>
              <a:clrTo>
                <a:srgbClr val="D4D4D4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00" b="100000" l="1901" r="99693">
                        <a14:foregroundMark x1="5273" y1="8444" x2="10239" y2="83111"/>
                        <a14:foregroundMark x1="7357" y1="7778" x2="99326" y2="7778"/>
                        <a14:foregroundMark x1="97609" y1="7333" x2="92397" y2="83111"/>
                        <a14:foregroundMark x1="2330" y1="56444" x2="2207" y2="98000"/>
                        <a14:foregroundMark x1="34457" y1="60444" x2="34825" y2="83556"/>
                        <a14:foregroundMark x1="45494" y1="92444" x2="49234" y2="90444"/>
                        <a14:foregroundMark x1="46168" y1="53111" x2="56836" y2="53111"/>
                        <a14:foregroundMark x1="51993" y1="91778" x2="56346" y2="91111"/>
                        <a14:foregroundMark x1="52790" y1="80667" x2="52974" y2="91778"/>
                        <a14:foregroundMark x1="25445" y1="53111" x2="41937" y2="53111"/>
                        <a14:foregroundMark x1="46168" y1="63111" x2="57020" y2="62444"/>
                        <a14:backgroundMark x1="16493" y1="16222" x2="23237" y2="26889"/>
                        <a14:backgroundMark x1="12201" y1="15778" x2="13673" y2="34889"/>
                        <a14:backgroundMark x1="25690" y1="14889" x2="73023" y2="47333"/>
                        <a14:backgroundMark x1="74985" y1="15778" x2="84120" y2="84889"/>
                        <a14:backgroundMark x1="60025" y1="59556" x2="72471" y2="74000"/>
                        <a14:backgroundMark x1="42857" y1="59333" x2="43409" y2="87111"/>
                        <a14:backgroundMark x1="52299" y1="71556" x2="50092" y2="83111"/>
                        <a14:backgroundMark x1="56407" y1="71556" x2="54506" y2="81111"/>
                        <a14:backgroundMark x1="26303" y1="57556" x2="31698" y2="56889"/>
                        <a14:backgroundMark x1="37646" y1="58000" x2="37891" y2="88444"/>
                        <a14:backgroundMark x1="89516" y1="65556" x2="89516" y2="74444"/>
                        <a14:backgroundMark x1="45248" y1="57333" x2="55733" y2="57556"/>
                        <a14:backgroundMark x1="13182" y1="20889" x2="76088" y2="32000"/>
                        <a14:backgroundMark x1="17719" y1="87111" x2="21275" y2="90667"/>
                      </a14:backgroundRemoval>
                    </a14:imgEffect>
                  </a14:imgLayer>
                </a14:imgProps>
              </a:ext>
            </a:extLst>
          </a:blip>
          <a:srcRect l="1873" t="6160"/>
          <a:stretch/>
        </p:blipFill>
        <p:spPr>
          <a:xfrm>
            <a:off x="1414826" y="7517245"/>
            <a:ext cx="5550408" cy="146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289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3F3F-DBC0-3810-04E9-5DE308229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7AAB7-82FB-DA1D-89D3-C399D4FB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폐교 챕터 이벤트 / 트리거 구성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299B84-58DE-E6AC-C56B-6974DBAEA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ko-KR" altLang="ko-KR" b="1" dirty="0" err="1"/>
              <a:t>환영체</a:t>
            </a:r>
            <a:r>
              <a:rPr lang="ko-KR" altLang="ko-KR" b="1" dirty="0"/>
              <a:t> 유인</a:t>
            </a:r>
          </a:p>
          <a:p>
            <a:r>
              <a:rPr lang="ko-KR" altLang="ko-KR" dirty="0"/>
              <a:t>환영체는 자신의 인간 모습에 반응 </a:t>
            </a:r>
          </a:p>
          <a:p>
            <a:r>
              <a:rPr lang="ko-KR" altLang="ko-KR" dirty="0"/>
              <a:t>인간 모습이 담긴 포스터를 이용하여 </a:t>
            </a:r>
            <a:r>
              <a:rPr lang="ko-KR" altLang="ko-KR" dirty="0" err="1"/>
              <a:t>환영체</a:t>
            </a:r>
            <a:r>
              <a:rPr lang="ko-KR" altLang="ko-KR" dirty="0"/>
              <a:t> 이동 유도 </a:t>
            </a:r>
          </a:p>
          <a:p>
            <a:r>
              <a:rPr lang="ko-KR" altLang="ko-KR" dirty="0"/>
              <a:t>환영체를 모두 유인해야 1학년 3반 진입 가능 </a:t>
            </a:r>
          </a:p>
          <a:p>
            <a:pPr marL="0" indent="0">
              <a:buNone/>
            </a:pPr>
            <a:r>
              <a:rPr lang="ko-KR" altLang="ko-KR" b="1" dirty="0"/>
              <a:t>균열 무기 시스템</a:t>
            </a:r>
          </a:p>
          <a:p>
            <a:r>
              <a:rPr lang="ko-KR" altLang="ko-KR" dirty="0"/>
              <a:t>균열에 영향을 받은 물체를 무기로 사용 </a:t>
            </a:r>
          </a:p>
          <a:p>
            <a:r>
              <a:rPr lang="ko-KR" altLang="ko-KR" dirty="0"/>
              <a:t>일반 공격보다 높은 피해 제공 </a:t>
            </a:r>
          </a:p>
          <a:p>
            <a:r>
              <a:rPr lang="ko-KR" altLang="ko-KR" dirty="0"/>
              <a:t>예시 : 단소, 체육 창고 장비, 실험실 금속 도구 등 </a:t>
            </a:r>
          </a:p>
          <a:p>
            <a:pPr marL="0" indent="0">
              <a:buNone/>
            </a:pPr>
            <a:r>
              <a:rPr lang="ko-KR" altLang="ko-KR" b="1" dirty="0"/>
              <a:t>보스 약점 시스템</a:t>
            </a:r>
          </a:p>
          <a:p>
            <a:r>
              <a:rPr lang="ko-KR" altLang="ko-KR" dirty="0"/>
              <a:t>탐색 중 보스와 관련된 물건 발견 가능 </a:t>
            </a:r>
          </a:p>
          <a:p>
            <a:r>
              <a:rPr lang="ko-KR" altLang="ko-KR" dirty="0"/>
              <a:t>보스의 </a:t>
            </a:r>
            <a:r>
              <a:rPr lang="ko-KR" altLang="ko-KR" dirty="0" err="1"/>
              <a:t>기억·트라우마·행복한</a:t>
            </a:r>
            <a:r>
              <a:rPr lang="ko-KR" altLang="ko-KR" dirty="0"/>
              <a:t> 추억과 연결 </a:t>
            </a:r>
          </a:p>
          <a:p>
            <a:r>
              <a:rPr lang="ko-KR" altLang="ko-KR" dirty="0"/>
              <a:t>보스전에서 특수 연출 및 전투 난이도 완화 효과 제공 </a:t>
            </a:r>
          </a:p>
          <a:p>
            <a:pPr marL="0" indent="0">
              <a:buNone/>
            </a:pPr>
            <a:r>
              <a:rPr lang="ko-KR" altLang="ko-KR" b="1" dirty="0"/>
              <a:t>안전 구역</a:t>
            </a:r>
          </a:p>
          <a:p>
            <a:r>
              <a:rPr lang="ko-KR" altLang="ko-KR" dirty="0" err="1"/>
              <a:t>보건실</a:t>
            </a:r>
            <a:r>
              <a:rPr lang="ko-KR" altLang="ko-KR" dirty="0"/>
              <a:t> 침대 아래 </a:t>
            </a:r>
          </a:p>
          <a:p>
            <a:r>
              <a:rPr lang="ko-KR" altLang="ko-KR" dirty="0"/>
              <a:t>과학실 책상 아래 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ko-KR" altLang="ko-KR" b="1" dirty="0"/>
              <a:t>목적 : </a:t>
            </a:r>
            <a:r>
              <a:rPr lang="ko-KR" altLang="ko-KR" b="1" dirty="0" err="1"/>
              <a:t>환영체</a:t>
            </a:r>
            <a:r>
              <a:rPr lang="ko-KR" altLang="ko-KR" b="1" dirty="0"/>
              <a:t> 회피 및 플레이어 긴장 완급 조절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04615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219</Words>
  <Application>Microsoft Office PowerPoint</Application>
  <PresentationFormat>와이드스크린</PresentationFormat>
  <Paragraphs>48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폐교 챕터 이벤트 / 트리거 구성</vt:lpstr>
      <vt:lpstr>폐교 챕터 이벤트 / 트리거 구성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폐교 챕터 이벤트 / 트리거 구성</dc:title>
  <dc:creator>musukie52@gmail.com</dc:creator>
  <cp:lastModifiedBy>FullName</cp:lastModifiedBy>
  <cp:revision>3</cp:revision>
  <dcterms:created xsi:type="dcterms:W3CDTF">2026-06-12T02:18:45Z</dcterms:created>
  <dcterms:modified xsi:type="dcterms:W3CDTF">2026-06-12T06:51:29Z</dcterms:modified>
</cp:coreProperties>
</file>