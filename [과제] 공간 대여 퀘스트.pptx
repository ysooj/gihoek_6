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9D9D-78CC-43A5-AC24-34894C9FB88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6159-ADED-494C-8EB4-5441489F6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3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9D9D-78CC-43A5-AC24-34894C9FB88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6159-ADED-494C-8EB4-5441489F6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662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9D9D-78CC-43A5-AC24-34894C9FB88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6159-ADED-494C-8EB4-5441489F6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131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9D9D-78CC-43A5-AC24-34894C9FB88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6159-ADED-494C-8EB4-5441489F6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676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9D9D-78CC-43A5-AC24-34894C9FB88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6159-ADED-494C-8EB4-5441489F6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78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9D9D-78CC-43A5-AC24-34894C9FB88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6159-ADED-494C-8EB4-5441489F6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96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9D9D-78CC-43A5-AC24-34894C9FB88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6159-ADED-494C-8EB4-5441489F6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909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9D9D-78CC-43A5-AC24-34894C9FB88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6159-ADED-494C-8EB4-5441489F6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08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9D9D-78CC-43A5-AC24-34894C9FB88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6159-ADED-494C-8EB4-5441489F6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76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9D9D-78CC-43A5-AC24-34894C9FB88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6159-ADED-494C-8EB4-5441489F6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97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9D9D-78CC-43A5-AC24-34894C9FB88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6159-ADED-494C-8EB4-5441489F6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21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19D9D-78CC-43A5-AC24-34894C9FB88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26159-ADED-494C-8EB4-5441489F6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049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할 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공간 대여 퀘스트 만들어보기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687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장소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공원</a:t>
            </a:r>
            <a:endParaRPr lang="en-US" altLang="ko-KR" smtClean="0"/>
          </a:p>
          <a:p>
            <a:r>
              <a:rPr lang="ko-KR" altLang="en-US" smtClean="0"/>
              <a:t>대형마트</a:t>
            </a:r>
            <a:endParaRPr lang="en-US" altLang="ko-KR" smtClean="0"/>
          </a:p>
          <a:p>
            <a:r>
              <a:rPr lang="ko-KR" altLang="en-US" smtClean="0"/>
              <a:t>영화관</a:t>
            </a:r>
            <a:endParaRPr lang="en-US" altLang="ko-KR" smtClean="0"/>
          </a:p>
          <a:p>
            <a:r>
              <a:rPr lang="ko-KR" altLang="en-US" smtClean="0"/>
              <a:t>편의점</a:t>
            </a:r>
            <a:endParaRPr lang="en-US" altLang="ko-KR" smtClean="0"/>
          </a:p>
          <a:p>
            <a:r>
              <a:rPr lang="ko-KR" altLang="en-US" smtClean="0"/>
              <a:t>다이소</a:t>
            </a:r>
            <a:endParaRPr lang="en-US" altLang="ko-KR" smtClean="0"/>
          </a:p>
          <a:p>
            <a:r>
              <a:rPr lang="ko-KR" altLang="en-US" smtClean="0"/>
              <a:t>학교</a:t>
            </a:r>
            <a:endParaRPr lang="en-US" altLang="ko-KR" smtClean="0"/>
          </a:p>
          <a:p>
            <a:r>
              <a:rPr lang="ko-KR" altLang="en-US" smtClean="0"/>
              <a:t>공용 주차장 </a:t>
            </a:r>
            <a:r>
              <a:rPr lang="en-US" altLang="ko-KR" smtClean="0"/>
              <a:t>(</a:t>
            </a:r>
            <a:r>
              <a:rPr lang="ko-KR" altLang="en-US" smtClean="0"/>
              <a:t>사람이 자리를 맡는다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지하철역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186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2811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000" b="1" smtClean="0"/>
              <a:t>공간 대여형 서브 퀘스트</a:t>
            </a:r>
            <a:endParaRPr lang="ko-KR" altLang="en-US" sz="3000" b="1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2811" y="109410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500" b="1" smtClean="0"/>
              <a:t>[ S</a:t>
            </a:r>
            <a:r>
              <a:rPr lang="ko-KR" altLang="en-US" sz="1500" b="1" smtClean="0"/>
              <a:t>급은 웃지 마세요</a:t>
            </a:r>
            <a:r>
              <a:rPr lang="en-US" altLang="ko-KR" sz="1500" b="1" smtClean="0"/>
              <a:t> ]</a:t>
            </a:r>
          </a:p>
          <a:p>
            <a:pPr marL="0" indent="0">
              <a:buNone/>
            </a:pPr>
            <a:endParaRPr lang="en-US" altLang="ko-KR" b="1"/>
          </a:p>
          <a:p>
            <a:pPr marL="0" indent="0">
              <a:buNone/>
            </a:pPr>
            <a:endParaRPr lang="ko-KR" altLang="en-US" b="1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412764"/>
              </p:ext>
            </p:extLst>
          </p:nvPr>
        </p:nvGraphicFramePr>
        <p:xfrm>
          <a:off x="322811" y="1586367"/>
          <a:ext cx="5529349" cy="1666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802734837"/>
                    </a:ext>
                  </a:extLst>
                </a:gridCol>
                <a:gridCol w="4172989">
                  <a:extLst>
                    <a:ext uri="{9D8B030D-6E8A-4147-A177-3AD203B41FA5}">
                      <a16:colId xmlns:a16="http://schemas.microsoft.com/office/drawing/2014/main" val="592619622"/>
                    </a:ext>
                  </a:extLst>
                </a:gridCol>
              </a:tblGrid>
              <a:tr h="3333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smtClean="0"/>
                        <a:t>주요 공간</a:t>
                      </a:r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smtClean="0"/>
                        <a:t>대피소 임시 공연장</a:t>
                      </a:r>
                      <a:endParaRPr lang="ko-KR" altLang="en-US" sz="100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732860"/>
                  </a:ext>
                </a:extLst>
              </a:tr>
              <a:tr h="3333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smtClean="0"/>
                        <a:t>주요 </a:t>
                      </a:r>
                      <a:r>
                        <a:rPr lang="en-US" altLang="ko-KR" sz="1000" b="1" smtClean="0"/>
                        <a:t>NPC</a:t>
                      </a:r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사회 풍자 스탠딩 코미디언 </a:t>
                      </a:r>
                      <a:r>
                        <a:rPr lang="en-US" altLang="ko-KR" sz="1000" smtClean="0"/>
                        <a:t>– ‘</a:t>
                      </a:r>
                      <a:r>
                        <a:rPr lang="ko-KR" altLang="en-US" sz="1000" smtClean="0"/>
                        <a:t>노 마이크 박</a:t>
                      </a:r>
                      <a:r>
                        <a:rPr lang="en-US" altLang="ko-KR" sz="1000" smtClean="0"/>
                        <a:t>’</a:t>
                      </a:r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191507"/>
                  </a:ext>
                </a:extLst>
              </a:tr>
              <a:tr h="3333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smtClean="0"/>
                        <a:t>핵심 플레이</a:t>
                      </a:r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티켓 구매 → 입장 거부 </a:t>
                      </a:r>
                      <a:r>
                        <a:rPr lang="ko-KR" altLang="en-US" sz="1000" smtClean="0"/>
                        <a:t>→ 변장 → 공연 관람</a:t>
                      </a:r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665038"/>
                  </a:ext>
                </a:extLst>
              </a:tr>
              <a:tr h="3333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smtClean="0"/>
                        <a:t>핵심 주제</a:t>
                      </a:r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높은 등급자 특혜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선의관리국 풍자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차한해에게 전가되는 책임</a:t>
                      </a:r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524923"/>
                  </a:ext>
                </a:extLst>
              </a:tr>
              <a:tr h="3333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smtClean="0"/>
                        <a:t>발동 시점</a:t>
                      </a:r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smtClean="0"/>
                        <a:t>선의 등급제와 고등급자 특혜에 대한 사회적 불만이 커진 이후</a:t>
                      </a:r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235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2811" y="3770504"/>
            <a:ext cx="13563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smtClean="0"/>
              <a:t>컨셉</a:t>
            </a:r>
            <a:endParaRPr lang="ko-KR" altLang="en-US" sz="1500" b="1"/>
          </a:p>
        </p:txBody>
      </p:sp>
      <p:sp>
        <p:nvSpPr>
          <p:cNvPr id="6" name="TextBox 5"/>
          <p:cNvSpPr txBox="1"/>
          <p:nvPr/>
        </p:nvSpPr>
        <p:spPr>
          <a:xfrm>
            <a:off x="322811" y="4229352"/>
            <a:ext cx="11115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붕괴된 사회 속에서</a:t>
            </a:r>
            <a:endParaRPr lang="ko-KR" altLang="en-US" sz="1500"/>
          </a:p>
        </p:txBody>
      </p:sp>
    </p:spTree>
    <p:extLst>
      <p:ext uri="{BB962C8B-B14F-4D97-AF65-F5344CB8AC3E}">
        <p14:creationId xmlns:p14="http://schemas.microsoft.com/office/powerpoint/2010/main" val="67408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908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88</Words>
  <Application>Microsoft Office PowerPoint</Application>
  <PresentationFormat>와이드스크린</PresentationFormat>
  <Paragraphs>25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할 일</vt:lpstr>
      <vt:lpstr>장소</vt:lpstr>
      <vt:lpstr>공간 대여형 서브 퀘스트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할 일</dc:title>
  <dc:creator>FullName</dc:creator>
  <cp:lastModifiedBy>FullName</cp:lastModifiedBy>
  <cp:revision>3</cp:revision>
  <dcterms:created xsi:type="dcterms:W3CDTF">2026-06-30T05:42:53Z</dcterms:created>
  <dcterms:modified xsi:type="dcterms:W3CDTF">2026-06-30T06:48:34Z</dcterms:modified>
</cp:coreProperties>
</file>