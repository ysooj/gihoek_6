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  <p:sldId id="263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96" y="11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07A5-C924-4487-AE95-7522BAE763C9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A5D0-1519-4E03-B07E-F3ACB29D8D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697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07A5-C924-4487-AE95-7522BAE763C9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A5D0-1519-4E03-B07E-F3ACB29D8D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8103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07A5-C924-4487-AE95-7522BAE763C9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A5D0-1519-4E03-B07E-F3ACB29D8D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0306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07A5-C924-4487-AE95-7522BAE763C9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A5D0-1519-4E03-B07E-F3ACB29D8D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1186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07A5-C924-4487-AE95-7522BAE763C9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A5D0-1519-4E03-B07E-F3ACB29D8D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4417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07A5-C924-4487-AE95-7522BAE763C9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A5D0-1519-4E03-B07E-F3ACB29D8D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7720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07A5-C924-4487-AE95-7522BAE763C9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A5D0-1519-4E03-B07E-F3ACB29D8D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1173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07A5-C924-4487-AE95-7522BAE763C9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A5D0-1519-4E03-B07E-F3ACB29D8D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9536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07A5-C924-4487-AE95-7522BAE763C9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A5D0-1519-4E03-B07E-F3ACB29D8D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322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07A5-C924-4487-AE95-7522BAE763C9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A5D0-1519-4E03-B07E-F3ACB29D8D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9288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407A5-C924-4487-AE95-7522BAE763C9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A5D0-1519-4E03-B07E-F3ACB29D8D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9030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6407A5-C924-4487-AE95-7522BAE763C9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6AA5D0-1519-4E03-B07E-F3ACB29D8D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8738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20578"/>
            <a:ext cx="9144000" cy="641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839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3</a:t>
            </a:r>
            <a:r>
              <a:rPr lang="ko-KR" altLang="en-US" smtClean="0"/>
              <a:t>차원 세계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가장 중요한 정보값 </a:t>
            </a:r>
            <a:r>
              <a:rPr lang="en-US" altLang="ko-KR" smtClean="0"/>
              <a:t>: x</a:t>
            </a:r>
            <a:r>
              <a:rPr lang="ko-KR" altLang="en-US" smtClean="0"/>
              <a:t>축 </a:t>
            </a:r>
            <a:r>
              <a:rPr lang="en-US" altLang="ko-KR" smtClean="0"/>
              <a:t>/ y</a:t>
            </a:r>
            <a:r>
              <a:rPr lang="ko-KR" altLang="en-US" smtClean="0"/>
              <a:t>축 </a:t>
            </a:r>
            <a:r>
              <a:rPr lang="en-US" altLang="ko-KR" smtClean="0"/>
              <a:t>/ z</a:t>
            </a:r>
            <a:r>
              <a:rPr lang="ko-KR" altLang="en-US" smtClean="0"/>
              <a:t>축</a:t>
            </a:r>
            <a:endParaRPr lang="en-US" altLang="ko-KR" smtClean="0"/>
          </a:p>
          <a:p>
            <a:pPr lvl="1"/>
            <a:r>
              <a:rPr lang="en-US" altLang="ko-KR" smtClean="0"/>
              <a:t>(</a:t>
            </a:r>
            <a:r>
              <a:rPr lang="ko-KR" altLang="en-US" smtClean="0"/>
              <a:t>현실에는 </a:t>
            </a:r>
            <a:r>
              <a:rPr lang="en-US" altLang="ko-KR" smtClean="0"/>
              <a:t>‘</a:t>
            </a:r>
            <a:r>
              <a:rPr lang="ko-KR" altLang="en-US" smtClean="0"/>
              <a:t>시간</a:t>
            </a:r>
            <a:r>
              <a:rPr lang="en-US" altLang="ko-KR" smtClean="0"/>
              <a:t>’</a:t>
            </a:r>
            <a:r>
              <a:rPr lang="ko-KR" altLang="en-US" smtClean="0"/>
              <a:t>이라는 축도 있지만</a:t>
            </a:r>
            <a:r>
              <a:rPr lang="en-US" altLang="ko-KR" smtClean="0"/>
              <a:t>,</a:t>
            </a:r>
            <a:br>
              <a:rPr lang="en-US" altLang="ko-KR" smtClean="0"/>
            </a:br>
            <a:r>
              <a:rPr lang="ko-KR" altLang="en-US" smtClean="0"/>
              <a:t>게임에서는 이게 제대로 구현된 게임이 없다</a:t>
            </a:r>
            <a:r>
              <a:rPr lang="en-US" altLang="ko-KR" smtClean="0"/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3753237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퀘스트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21368" y="1825625"/>
            <a:ext cx="11149264" cy="4351338"/>
          </a:xfrm>
        </p:spPr>
        <p:txBody>
          <a:bodyPr/>
          <a:lstStyle/>
          <a:p>
            <a:r>
              <a:rPr lang="ko-KR" altLang="en-US" smtClean="0"/>
              <a:t>조건의 단수 또는 복수 개의 집합</a:t>
            </a:r>
            <a:endParaRPr lang="en-US" altLang="ko-KR" smtClean="0"/>
          </a:p>
          <a:p>
            <a:r>
              <a:rPr lang="ko-KR" altLang="en-US" smtClean="0"/>
              <a:t>즉</a:t>
            </a:r>
            <a:r>
              <a:rPr lang="en-US" altLang="ko-KR" smtClean="0"/>
              <a:t>, </a:t>
            </a:r>
            <a:r>
              <a:rPr lang="ko-KR" altLang="en-US" smtClean="0"/>
              <a:t>퀘스트 하나가 하나의 조건을 가질 수도 있고</a:t>
            </a:r>
            <a:r>
              <a:rPr lang="en-US" altLang="ko-KR" smtClean="0"/>
              <a:t>,</a:t>
            </a:r>
            <a:br>
              <a:rPr lang="en-US" altLang="ko-KR" smtClean="0"/>
            </a:br>
            <a:r>
              <a:rPr lang="ko-KR" altLang="en-US" smtClean="0"/>
              <a:t>퀘스트 하나가 </a:t>
            </a:r>
            <a:r>
              <a:rPr lang="en-US" altLang="ko-KR" smtClean="0"/>
              <a:t>ppt</a:t>
            </a:r>
            <a:r>
              <a:rPr lang="ko-KR" altLang="en-US" smtClean="0"/>
              <a:t>에 있는 모든 조건을 다 가지고 있을 수도 있다</a:t>
            </a:r>
            <a:r>
              <a:rPr lang="en-US" altLang="ko-KR" smtClean="0"/>
              <a:t>.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3620" y="3263354"/>
            <a:ext cx="5478379" cy="3594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564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퀘스트 조건 </a:t>
            </a:r>
            <a:r>
              <a:rPr lang="en-US" altLang="ko-KR" smtClean="0"/>
              <a:t>– </a:t>
            </a:r>
            <a:r>
              <a:rPr lang="ko-KR" altLang="en-US" smtClean="0"/>
              <a:t>직업 </a:t>
            </a:r>
            <a:r>
              <a:rPr lang="en-US" altLang="ko-KR" smtClean="0"/>
              <a:t>(Class)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04800" y="1825625"/>
            <a:ext cx="11582400" cy="4351338"/>
          </a:xfrm>
        </p:spPr>
        <p:txBody>
          <a:bodyPr/>
          <a:lstStyle/>
          <a:p>
            <a:r>
              <a:rPr lang="en-US" altLang="ko-KR" smtClean="0"/>
              <a:t>Class </a:t>
            </a:r>
            <a:r>
              <a:rPr lang="ko-KR" altLang="en-US" smtClean="0"/>
              <a:t>하나만으로도 퀘스트를 다양하게 만들 수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예</a:t>
            </a:r>
            <a:r>
              <a:rPr lang="en-US" altLang="ko-KR" smtClean="0"/>
              <a:t>) ‘</a:t>
            </a:r>
            <a:r>
              <a:rPr lang="ko-KR" altLang="en-US" smtClean="0"/>
              <a:t>전사</a:t>
            </a:r>
            <a:r>
              <a:rPr lang="en-US" altLang="ko-KR" smtClean="0"/>
              <a:t>‘ </a:t>
            </a:r>
            <a:r>
              <a:rPr lang="ko-KR" altLang="en-US" smtClean="0"/>
              <a:t>직업의 캐릭터가 동상</a:t>
            </a:r>
            <a:r>
              <a:rPr lang="en-US" altLang="ko-KR" smtClean="0"/>
              <a:t>(statue)</a:t>
            </a:r>
            <a:r>
              <a:rPr lang="ko-KR" altLang="en-US" smtClean="0"/>
              <a:t>의 반경 안에 들어오면</a:t>
            </a:r>
            <a:r>
              <a:rPr lang="en-US" altLang="ko-KR"/>
              <a:t> </a:t>
            </a:r>
            <a:r>
              <a:rPr lang="ko-KR" altLang="en-US" smtClean="0"/>
              <a:t>동상이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    </a:t>
            </a:r>
            <a:r>
              <a:rPr lang="ko-KR" altLang="en-US" smtClean="0"/>
              <a:t>붉은 빛으로 빛나더니 던전으로 걸어가서 던전 문을 부순다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Class</a:t>
            </a:r>
            <a:r>
              <a:rPr lang="ko-KR" altLang="en-US" smtClean="0"/>
              <a:t>에 승급 상태와 전직 상태를 복합적으로 활용해서</a:t>
            </a:r>
            <a:r>
              <a:rPr lang="en-US" altLang="ko-KR"/>
              <a:t> </a:t>
            </a:r>
            <a:r>
              <a:rPr lang="ko-KR" altLang="en-US" smtClean="0"/>
              <a:t>퀘스트를 만들 수도 있다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4064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퀘스의 조건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04800" y="1825624"/>
            <a:ext cx="11582400" cy="5032375"/>
          </a:xfrm>
        </p:spPr>
        <p:txBody>
          <a:bodyPr>
            <a:normAutofit/>
          </a:bodyPr>
          <a:lstStyle/>
          <a:p>
            <a:r>
              <a:rPr lang="en-US" altLang="ko-KR" smtClean="0"/>
              <a:t>5</a:t>
            </a:r>
            <a:r>
              <a:rPr lang="ko-KR" altLang="en-US" smtClean="0"/>
              <a:t>가지 흐름으로 만들어진다</a:t>
            </a:r>
            <a:r>
              <a:rPr lang="en-US" altLang="ko-KR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b="1" smtClean="0"/>
              <a:t>부여조건</a:t>
            </a:r>
            <a:r>
              <a:rPr lang="ko-KR" altLang="en-US" smtClean="0"/>
              <a:t> </a:t>
            </a:r>
            <a:r>
              <a:rPr lang="en-US" altLang="ko-KR" smtClean="0"/>
              <a:t>: </a:t>
            </a:r>
            <a:r>
              <a:rPr lang="ko-KR" altLang="en-US" smtClean="0"/>
              <a:t>퀘스트를 부여받을 자격이 된다</a:t>
            </a:r>
            <a:r>
              <a:rPr lang="en-US" altLang="ko-KR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b="1" smtClean="0"/>
              <a:t>발동조건</a:t>
            </a:r>
            <a:r>
              <a:rPr lang="ko-KR" altLang="en-US" smtClean="0"/>
              <a:t> </a:t>
            </a:r>
            <a:r>
              <a:rPr lang="en-US" altLang="ko-KR" smtClean="0"/>
              <a:t>: </a:t>
            </a:r>
            <a:r>
              <a:rPr lang="ko-KR" altLang="en-US" smtClean="0"/>
              <a:t>퀘스트를 할지 말지 결정하는 건 유저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>	    </a:t>
            </a:r>
            <a:r>
              <a:rPr lang="ko-KR" altLang="en-US" smtClean="0"/>
              <a:t>유저가 퀘스트를 한다고 선택하면 발동조건이 달성되는 것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r>
              <a:rPr lang="ko-KR" altLang="en-US" b="1" smtClean="0"/>
              <a:t>진행조건</a:t>
            </a:r>
            <a:r>
              <a:rPr lang="ko-KR" altLang="en-US" smtClean="0"/>
              <a:t> </a:t>
            </a:r>
            <a:r>
              <a:rPr lang="en-US" altLang="ko-KR" smtClean="0"/>
              <a:t>: </a:t>
            </a:r>
            <a:r>
              <a:rPr lang="ko-KR" altLang="en-US" smtClean="0"/>
              <a:t>퀘스트가 성공하는 여러 가지 조건들이 달성됐는지 여부를 체크한다</a:t>
            </a:r>
            <a:r>
              <a:rPr lang="en-US" altLang="ko-KR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b="1" smtClean="0"/>
              <a:t>완료조건</a:t>
            </a:r>
            <a:r>
              <a:rPr lang="ko-KR" altLang="en-US" smtClean="0"/>
              <a:t> </a:t>
            </a:r>
            <a:r>
              <a:rPr lang="en-US" altLang="ko-KR" smtClean="0"/>
              <a:t>: </a:t>
            </a:r>
            <a:r>
              <a:rPr lang="ko-KR" altLang="en-US" smtClean="0"/>
              <a:t>모든 진행조건들을 완료하면</a:t>
            </a:r>
            <a:r>
              <a:rPr lang="en-US" altLang="ko-KR" smtClean="0"/>
              <a:t>, </a:t>
            </a:r>
            <a:r>
              <a:rPr lang="ko-KR" altLang="en-US" smtClean="0"/>
              <a:t>완료 조건으로 넘어간다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여기까지만 해서 퀘스트를 만들면</a:t>
            </a:r>
            <a:r>
              <a:rPr lang="en-US" altLang="ko-KR" smtClean="0"/>
              <a:t>, </a:t>
            </a:r>
            <a:r>
              <a:rPr lang="ko-KR" altLang="en-US" smtClean="0"/>
              <a:t>현업에서 버그가 많이 생겼다</a:t>
            </a:r>
            <a:r>
              <a:rPr lang="en-US" altLang="ko-KR" smtClean="0"/>
              <a:t>.</a:t>
            </a:r>
            <a:endParaRPr lang="en-US" altLang="ko-KR"/>
          </a:p>
          <a:p>
            <a:pPr marL="514350" indent="-514350">
              <a:buFont typeface="+mj-lt"/>
              <a:buAutoNum type="arabicPeriod"/>
            </a:pPr>
            <a:r>
              <a:rPr lang="ko-KR" altLang="en-US" b="1" smtClean="0"/>
              <a:t>완료보상조건</a:t>
            </a:r>
            <a:r>
              <a:rPr lang="ko-KR" altLang="en-US" smtClean="0"/>
              <a:t> </a:t>
            </a:r>
            <a:r>
              <a:rPr lang="en-US" altLang="ko-KR" smtClean="0"/>
              <a:t>: </a:t>
            </a:r>
            <a:r>
              <a:rPr lang="ko-KR" altLang="en-US" smtClean="0"/>
              <a:t>완료한 퀘스트의 보상까지 만들었니</a:t>
            </a:r>
            <a:r>
              <a:rPr lang="en-US" altLang="ko-KR" smtClean="0"/>
              <a:t>?</a:t>
            </a:r>
          </a:p>
          <a:p>
            <a:pPr lvl="1"/>
            <a:r>
              <a:rPr lang="ko-KR" altLang="en-US" smtClean="0"/>
              <a:t>이 조건을 추가하면 버그나 예외사항이 생기지 않는다</a:t>
            </a:r>
            <a:r>
              <a:rPr lang="en-US" altLang="ko-KR" smtClean="0"/>
              <a:t>.</a:t>
            </a:r>
            <a:endParaRPr lang="en-US" altLang="ko-KR"/>
          </a:p>
          <a:p>
            <a:pPr marL="514350" indent="-514350">
              <a:buFont typeface="+mj-lt"/>
              <a:buAutoNum type="arabicPeriod"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224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퀘스의 조건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04800" y="1825624"/>
            <a:ext cx="11582400" cy="5032375"/>
          </a:xfrm>
        </p:spPr>
        <p:txBody>
          <a:bodyPr>
            <a:normAutofit/>
          </a:bodyPr>
          <a:lstStyle/>
          <a:p>
            <a:r>
              <a:rPr lang="ko-KR" altLang="en-US" smtClean="0"/>
              <a:t>선생님의 </a:t>
            </a:r>
            <a:r>
              <a:rPr lang="en-US" altLang="ko-KR" smtClean="0"/>
              <a:t>ppt</a:t>
            </a:r>
            <a:r>
              <a:rPr lang="ko-KR" altLang="en-US" smtClean="0"/>
              <a:t>상에서 오른쪽에 있는 여러 조건들은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부여</a:t>
            </a:r>
            <a:r>
              <a:rPr lang="en-US" altLang="ko-KR" smtClean="0"/>
              <a:t>/</a:t>
            </a:r>
            <a:r>
              <a:rPr lang="ko-KR" altLang="en-US" smtClean="0"/>
              <a:t>발동</a:t>
            </a:r>
            <a:r>
              <a:rPr lang="en-US" altLang="ko-KR" smtClean="0"/>
              <a:t>/</a:t>
            </a:r>
            <a:r>
              <a:rPr lang="ko-KR" altLang="en-US" smtClean="0"/>
              <a:t>진행</a:t>
            </a:r>
            <a:r>
              <a:rPr lang="en-US" altLang="ko-KR" smtClean="0"/>
              <a:t>/</a:t>
            </a:r>
            <a:r>
              <a:rPr lang="ko-KR" altLang="en-US" smtClean="0"/>
              <a:t>완료</a:t>
            </a:r>
            <a:r>
              <a:rPr lang="en-US" altLang="ko-KR" smtClean="0"/>
              <a:t>/</a:t>
            </a:r>
            <a:r>
              <a:rPr lang="ko-KR" altLang="en-US" smtClean="0"/>
              <a:t>완료보상 조건들 어디에 들어가도 상관없다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편의상 나눠놓은 것</a:t>
            </a:r>
            <a:r>
              <a:rPr lang="en-US" altLang="ko-KR" smtClean="0"/>
              <a:t>.</a:t>
            </a:r>
            <a:endParaRPr lang="en-US" altLang="ko-KR"/>
          </a:p>
          <a:p>
            <a:pPr marL="514350" indent="-514350">
              <a:buFont typeface="+mj-lt"/>
              <a:buAutoNum type="arabicPeriod"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3895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95" y="312821"/>
            <a:ext cx="11875010" cy="6232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502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퀘스트 </a:t>
            </a:r>
            <a:r>
              <a:rPr lang="en-US" altLang="ko-KR" smtClean="0"/>
              <a:t>– (1) </a:t>
            </a:r>
            <a:r>
              <a:rPr lang="ko-KR" altLang="en-US" smtClean="0"/>
              <a:t>부여조건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 b="1" smtClean="0">
                <a:solidFill>
                  <a:srgbClr val="FF0000"/>
                </a:solidFill>
              </a:rPr>
              <a:t>[</a:t>
            </a:r>
            <a:r>
              <a:rPr lang="ko-KR" altLang="en-US" b="1" smtClean="0">
                <a:solidFill>
                  <a:srgbClr val="FF0000"/>
                </a:solidFill>
              </a:rPr>
              <a:t>직업</a:t>
            </a:r>
            <a:r>
              <a:rPr lang="en-US" altLang="ko-KR" b="1" smtClean="0">
                <a:solidFill>
                  <a:srgbClr val="FF0000"/>
                </a:solidFill>
              </a:rPr>
              <a:t>]</a:t>
            </a:r>
          </a:p>
          <a:p>
            <a:r>
              <a:rPr lang="en-US" altLang="ko-KR"/>
              <a:t>Main Scenario Quest</a:t>
            </a:r>
            <a:endParaRPr lang="en-US" altLang="ko-KR" smtClean="0"/>
          </a:p>
          <a:p>
            <a:r>
              <a:rPr lang="ko-KR" altLang="en-US" smtClean="0"/>
              <a:t>메인 시나리오는 대부분 쭉 이어진다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분기를 줄 때 직업</a:t>
            </a:r>
            <a:r>
              <a:rPr lang="en-US" altLang="ko-KR" smtClean="0"/>
              <a:t>/</a:t>
            </a:r>
            <a:r>
              <a:rPr lang="ko-KR" altLang="en-US" smtClean="0"/>
              <a:t>승급 으로 활용하기도 한다</a:t>
            </a:r>
            <a:r>
              <a:rPr lang="en-US" altLang="ko-KR" smtClean="0"/>
              <a:t>.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 b="1" smtClean="0">
                <a:solidFill>
                  <a:srgbClr val="FF0000"/>
                </a:solidFill>
              </a:rPr>
              <a:t>[</a:t>
            </a:r>
            <a:r>
              <a:rPr lang="ko-KR" altLang="en-US" b="1" smtClean="0">
                <a:solidFill>
                  <a:srgbClr val="FF0000"/>
                </a:solidFill>
              </a:rPr>
              <a:t>레벨</a:t>
            </a:r>
            <a:r>
              <a:rPr lang="en-US" altLang="ko-KR" b="1" smtClean="0">
                <a:solidFill>
                  <a:srgbClr val="FF0000"/>
                </a:solidFill>
              </a:rPr>
              <a:t>]</a:t>
            </a:r>
            <a:endParaRPr lang="en-US" altLang="ko-KR" b="1">
              <a:solidFill>
                <a:srgbClr val="FF0000"/>
              </a:solidFill>
            </a:endParaRPr>
          </a:p>
          <a:p>
            <a:r>
              <a:rPr lang="ko-KR" altLang="en-US" smtClean="0"/>
              <a:t>퀘스트로 가장 많이 사용되는 조건이다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아직까지 </a:t>
            </a:r>
            <a:r>
              <a:rPr lang="en-US" altLang="ko-KR" smtClean="0"/>
              <a:t>Experience Point</a:t>
            </a:r>
            <a:r>
              <a:rPr lang="ko-KR" altLang="en-US" smtClean="0"/>
              <a:t>를 퀘스트의 부여조건으로 넣은 게임이 없다</a:t>
            </a:r>
            <a:r>
              <a:rPr lang="en-US" altLang="ko-KR" smtClean="0"/>
              <a:t>. =&gt; </a:t>
            </a:r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레벨 </a:t>
            </a:r>
            <a:r>
              <a:rPr lang="en-US" altLang="ko-KR" smtClean="0"/>
              <a:t>3</a:t>
            </a:r>
            <a:r>
              <a:rPr lang="ko-KR" altLang="en-US" smtClean="0"/>
              <a:t>에 경험치 </a:t>
            </a:r>
            <a:r>
              <a:rPr lang="en-US" altLang="ko-KR" smtClean="0"/>
              <a:t>739 </a:t>
            </a:r>
            <a:r>
              <a:rPr lang="ko-KR" altLang="en-US" smtClean="0"/>
              <a:t>포인트가 딱 돼야만 보상을 받을 수 있다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96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퀘스트 </a:t>
            </a:r>
            <a:r>
              <a:rPr lang="en-US" altLang="ko-KR" smtClean="0"/>
              <a:t>– </a:t>
            </a:r>
            <a:r>
              <a:rPr lang="en-US" altLang="ko-KR"/>
              <a:t>(1) </a:t>
            </a:r>
            <a:r>
              <a:rPr lang="ko-KR" altLang="en-US"/>
              <a:t>부여조건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45432" y="1825624"/>
            <a:ext cx="11101136" cy="503237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ko-KR" b="1" smtClean="0"/>
              <a:t>[</a:t>
            </a:r>
            <a:r>
              <a:rPr lang="ko-KR" altLang="en-US" b="1" smtClean="0"/>
              <a:t>인벤토리 </a:t>
            </a:r>
            <a:r>
              <a:rPr lang="en-US" altLang="ko-KR" b="1" smtClean="0"/>
              <a:t>OR </a:t>
            </a:r>
            <a:r>
              <a:rPr lang="ko-KR" altLang="en-US" b="1" smtClean="0"/>
              <a:t>창고의 소유아이템 상태</a:t>
            </a:r>
            <a:r>
              <a:rPr lang="en-US" altLang="ko-KR" b="1" smtClean="0"/>
              <a:t>]</a:t>
            </a:r>
          </a:p>
          <a:p>
            <a:r>
              <a:rPr lang="ko-KR" altLang="en-US" smtClean="0"/>
              <a:t>특정 아이템</a:t>
            </a:r>
            <a:r>
              <a:rPr lang="en-US" altLang="ko-KR" smtClean="0"/>
              <a:t>/</a:t>
            </a:r>
            <a:r>
              <a:rPr lang="ko-KR" altLang="en-US" smtClean="0"/>
              <a:t>스킬을 사용했는지</a:t>
            </a:r>
            <a:endParaRPr lang="en-US" altLang="ko-KR"/>
          </a:p>
          <a:p>
            <a:r>
              <a:rPr lang="ko-KR" altLang="en-US" smtClean="0"/>
              <a:t>특정 아이템을 가지고 있는지</a:t>
            </a:r>
            <a:endParaRPr lang="en-US" altLang="ko-KR"/>
          </a:p>
          <a:p>
            <a:pPr lvl="1"/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플레이어가 특정 아이템을 특정 개수 이상 가지고 있으면</a:t>
            </a:r>
            <a:r>
              <a:rPr lang="en-US" altLang="ko-KR" smtClean="0"/>
              <a:t>,</a:t>
            </a:r>
            <a:br>
              <a:rPr lang="en-US" altLang="ko-KR" smtClean="0"/>
            </a:br>
            <a:r>
              <a:rPr lang="ko-KR" altLang="en-US" smtClean="0"/>
              <a:t>무역 상인이 플레이어에게 특정 아이템을 몇 개 가지고 있는지 묻는다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어떤 아이템을 누구와 거래했는지</a:t>
            </a:r>
            <a:endParaRPr lang="en-US" altLang="ko-KR"/>
          </a:p>
          <a:p>
            <a:pPr lvl="1"/>
            <a:r>
              <a:rPr lang="ko-KR" altLang="en-US" smtClean="0"/>
              <a:t>플레이어가 불쌍한 남매에게 빵을 나눠줬는데</a:t>
            </a:r>
            <a:r>
              <a:rPr lang="en-US" altLang="ko-KR" smtClean="0"/>
              <a:t>, </a:t>
            </a:r>
            <a:r>
              <a:rPr lang="ko-KR" altLang="en-US" smtClean="0"/>
              <a:t>경비병이 플레이어를 체포</a:t>
            </a:r>
            <a:r>
              <a:rPr lang="en-US" altLang="ko-KR" smtClean="0"/>
              <a:t>. </a:t>
            </a:r>
            <a:r>
              <a:rPr lang="ko-KR" altLang="en-US" smtClean="0"/>
              <a:t>남매는 유명한 소매치기</a:t>
            </a:r>
            <a:r>
              <a:rPr lang="en-US" altLang="ko-KR" smtClean="0"/>
              <a:t>.</a:t>
            </a:r>
          </a:p>
          <a:p>
            <a:pPr lvl="1"/>
            <a:r>
              <a:rPr lang="en-US" altLang="ko-KR" smtClean="0"/>
              <a:t>-&gt; </a:t>
            </a:r>
            <a:r>
              <a:rPr lang="ko-KR" altLang="en-US" smtClean="0"/>
              <a:t>감옥간 플레이어의 같은 감옥에 진자 남매의 대장이 있다</a:t>
            </a:r>
            <a:r>
              <a:rPr lang="en-US" altLang="ko-KR" smtClean="0"/>
              <a:t>. </a:t>
            </a:r>
            <a:r>
              <a:rPr lang="ko-KR" altLang="en-US" smtClean="0"/>
              <a:t>대장이 전후사정을 듣고 플레이어에게 특별한 정보를 준다</a:t>
            </a:r>
            <a:r>
              <a:rPr lang="en-US" altLang="ko-KR" smtClean="0"/>
              <a:t>.(</a:t>
            </a:r>
            <a:r>
              <a:rPr lang="ko-KR" altLang="en-US" smtClean="0"/>
              <a:t>연계 퀘스트</a:t>
            </a:r>
            <a:r>
              <a:rPr lang="en-US" altLang="ko-KR" smtClean="0"/>
              <a:t>)</a:t>
            </a:r>
          </a:p>
          <a:p>
            <a:r>
              <a:rPr lang="ko-KR" altLang="en-US" smtClean="0"/>
              <a:t>가상의 아이템</a:t>
            </a:r>
            <a:r>
              <a:rPr lang="en-US" altLang="ko-KR"/>
              <a:t> </a:t>
            </a:r>
            <a:r>
              <a:rPr lang="en-US" altLang="ko-KR" smtClean="0"/>
              <a:t>: </a:t>
            </a:r>
            <a:r>
              <a:rPr lang="ko-KR" altLang="en-US" smtClean="0"/>
              <a:t>거래할 수도 없고</a:t>
            </a:r>
            <a:r>
              <a:rPr lang="en-US" altLang="ko-KR" smtClean="0"/>
              <a:t>, </a:t>
            </a:r>
            <a:r>
              <a:rPr lang="ko-KR" altLang="en-US" smtClean="0"/>
              <a:t>인벤토리에만 아이콘 형태로 보이는 것들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퀘스트 전용 아이템</a:t>
            </a:r>
            <a:endParaRPr lang="en-US" altLang="ko-KR" smtClean="0"/>
          </a:p>
          <a:p>
            <a:pPr lvl="1"/>
            <a:r>
              <a:rPr lang="ko-KR" altLang="en-US" smtClean="0"/>
              <a:t>예시</a:t>
            </a:r>
            <a:r>
              <a:rPr lang="en-US" altLang="ko-KR" smtClean="0"/>
              <a:t>) </a:t>
            </a:r>
            <a:r>
              <a:rPr lang="ko-KR" altLang="en-US" smtClean="0"/>
              <a:t>어떤 보스를 잡으니</a:t>
            </a:r>
            <a:r>
              <a:rPr lang="en-US" altLang="ko-KR" smtClean="0"/>
              <a:t>, </a:t>
            </a:r>
            <a:r>
              <a:rPr lang="ko-KR" altLang="en-US" smtClean="0"/>
              <a:t>보스의 머리를 얻었는데</a:t>
            </a:r>
            <a:r>
              <a:rPr lang="en-US" altLang="ko-KR" smtClean="0"/>
              <a:t>, </a:t>
            </a:r>
            <a:r>
              <a:rPr lang="ko-KR" altLang="en-US" smtClean="0"/>
              <a:t>이를 지닌 채로 마을로 들어서면 경비병들이 플레이어에게 모두 경례하고</a:t>
            </a:r>
            <a:r>
              <a:rPr lang="en-US" altLang="ko-KR" smtClean="0"/>
              <a:t>, </a:t>
            </a:r>
            <a:r>
              <a:rPr lang="ko-KR" altLang="en-US" smtClean="0"/>
              <a:t>주민들이 플레이어에 대해 영웅이라고 얘기한다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팁</a:t>
            </a:r>
            <a:r>
              <a:rPr lang="en-US" altLang="ko-KR" smtClean="0"/>
              <a:t>!) </a:t>
            </a:r>
            <a:r>
              <a:rPr lang="ko-KR" altLang="en-US" smtClean="0"/>
              <a:t>일본 애니메이션의 성장 스토리를 따라가면</a:t>
            </a:r>
            <a:r>
              <a:rPr lang="en-US" altLang="ko-KR" smtClean="0"/>
              <a:t>, </a:t>
            </a:r>
            <a:r>
              <a:rPr lang="ko-KR" altLang="en-US" smtClean="0"/>
              <a:t>독특한 성장 퀘스트를 볼 수 있다</a:t>
            </a:r>
            <a:r>
              <a:rPr lang="en-US" altLang="ko-KR" smtClean="0"/>
              <a:t>. </a:t>
            </a:r>
            <a:r>
              <a:rPr lang="ko-KR" altLang="en-US" smtClean="0"/>
              <a:t>이걸 우리 게임에 벤치마킹할 수도 있을 것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예</a:t>
            </a:r>
            <a:r>
              <a:rPr lang="en-US" altLang="ko-KR" smtClean="0"/>
              <a:t>) [</a:t>
            </a:r>
            <a:r>
              <a:rPr lang="ko-KR" altLang="en-US" smtClean="0"/>
              <a:t>전생했더니 슬라임</a:t>
            </a:r>
            <a:r>
              <a:rPr lang="en-US" altLang="ko-KR" smtClean="0"/>
              <a:t>~], [</a:t>
            </a:r>
            <a:r>
              <a:rPr lang="ko-KR" altLang="en-US" smtClean="0"/>
              <a:t>아프니까 방어력에 올인</a:t>
            </a:r>
            <a:r>
              <a:rPr lang="en-US" altLang="ko-KR" smtClean="0"/>
              <a:t>~]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55654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퀘스트 </a:t>
            </a:r>
            <a:r>
              <a:rPr lang="en-US" altLang="ko-KR" smtClean="0"/>
              <a:t>– </a:t>
            </a:r>
            <a:r>
              <a:rPr lang="en-US" altLang="ko-KR"/>
              <a:t>(1) </a:t>
            </a:r>
            <a:r>
              <a:rPr lang="ko-KR" altLang="en-US"/>
              <a:t>부여조건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8863" y="1825624"/>
            <a:ext cx="11534274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smtClean="0"/>
              <a:t>[</a:t>
            </a:r>
            <a:r>
              <a:rPr lang="ko-KR" altLang="en-US" b="1" smtClean="0"/>
              <a:t>스킬보유 및 사용상태 </a:t>
            </a:r>
            <a:r>
              <a:rPr lang="en-US" altLang="ko-KR" b="1" smtClean="0"/>
              <a:t>or </a:t>
            </a:r>
            <a:r>
              <a:rPr lang="ko-KR" altLang="en-US" b="1" smtClean="0"/>
              <a:t>버프</a:t>
            </a:r>
            <a:r>
              <a:rPr lang="en-US" altLang="ko-KR" b="1" smtClean="0"/>
              <a:t>/</a:t>
            </a:r>
            <a:r>
              <a:rPr lang="ko-KR" altLang="en-US" b="1" smtClean="0"/>
              <a:t>디버프 부여상태</a:t>
            </a:r>
            <a:r>
              <a:rPr lang="en-US" altLang="ko-KR" b="1" smtClean="0"/>
              <a:t>]</a:t>
            </a:r>
          </a:p>
          <a:p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환자들에게 힐 스킬 사용 </a:t>
            </a:r>
            <a:r>
              <a:rPr lang="en-US" altLang="ko-KR" smtClean="0"/>
              <a:t>-&gt; ‘</a:t>
            </a:r>
            <a:r>
              <a:rPr lang="ko-KR" altLang="en-US" smtClean="0"/>
              <a:t>사제의 길</a:t>
            </a:r>
            <a:r>
              <a:rPr lang="en-US" altLang="ko-KR" smtClean="0"/>
              <a:t>‘ </a:t>
            </a:r>
            <a:r>
              <a:rPr lang="ko-KR" altLang="en-US" smtClean="0"/>
              <a:t>퀘스트 시작</a:t>
            </a:r>
            <a:endParaRPr lang="en-US" altLang="ko-KR" smtClean="0"/>
          </a:p>
          <a:p>
            <a:pPr lvl="1"/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돌의 색이 빨</a:t>
            </a:r>
            <a:r>
              <a:rPr lang="en-US" altLang="ko-KR" smtClean="0"/>
              <a:t>,</a:t>
            </a:r>
            <a:r>
              <a:rPr lang="ko-KR" altLang="en-US" smtClean="0"/>
              <a:t>노</a:t>
            </a:r>
            <a:r>
              <a:rPr lang="en-US" altLang="ko-KR" smtClean="0"/>
              <a:t>,</a:t>
            </a:r>
            <a:r>
              <a:rPr lang="ko-KR" altLang="en-US" smtClean="0"/>
              <a:t>흰</a:t>
            </a:r>
            <a:r>
              <a:rPr lang="en-US" altLang="ko-KR" smtClean="0"/>
              <a:t>,</a:t>
            </a:r>
            <a:r>
              <a:rPr lang="ko-KR" altLang="en-US" smtClean="0"/>
              <a:t>초</a:t>
            </a:r>
            <a:r>
              <a:rPr lang="en-US" altLang="ko-KR" smtClean="0"/>
              <a:t>,</a:t>
            </a:r>
            <a:r>
              <a:rPr lang="ko-KR" altLang="en-US" smtClean="0"/>
              <a:t>보 순서로 계속 바뀐다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>	   </a:t>
            </a:r>
            <a:r>
              <a:rPr lang="ko-KR" altLang="en-US" smtClean="0"/>
              <a:t>각각의 색에 해당하는 직업을 가진 플레이어가 돌의 색에 맞게 순서대로 스킬을 돌에 시전하면</a:t>
            </a:r>
            <a:r>
              <a:rPr lang="en-US" altLang="ko-KR" smtClean="0"/>
              <a:t>, </a:t>
            </a:r>
            <a:r>
              <a:rPr lang="ko-KR" altLang="en-US" smtClean="0"/>
              <a:t>다음 단계로 가는 문이 열린다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한국에서는 이런 퀘스트를 만들면 컴플레인 걸린다</a:t>
            </a:r>
            <a:r>
              <a:rPr lang="en-US" altLang="ko-KR" smtClean="0"/>
              <a:t>…</a:t>
            </a:r>
            <a:r>
              <a:rPr lang="ko-KR" altLang="en-US" smtClean="0"/>
              <a:t>ㅎ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이전에 </a:t>
            </a:r>
            <a:r>
              <a:rPr lang="en-US" altLang="ko-KR" smtClean="0"/>
              <a:t>NPC</a:t>
            </a:r>
            <a:r>
              <a:rPr lang="ko-KR" altLang="en-US" smtClean="0"/>
              <a:t>가 설명하지 않으면</a:t>
            </a:r>
            <a:r>
              <a:rPr lang="en-US" altLang="ko-KR" smtClean="0"/>
              <a:t>…</a:t>
            </a:r>
            <a:r>
              <a:rPr lang="ko-KR" altLang="en-US" smtClean="0"/>
              <a:t>ㅎㅎ</a:t>
            </a:r>
            <a:endParaRPr lang="en-US" altLang="ko-KR" smtClean="0"/>
          </a:p>
          <a:p>
            <a:pPr lvl="1"/>
            <a:r>
              <a:rPr lang="ko-KR" altLang="en-US" smtClean="0"/>
              <a:t>한국의 온라인 게임들이 유저에게 고민을 시키지 않아서 평가가 절하돼있다</a:t>
            </a:r>
            <a:r>
              <a:rPr lang="en-US" altLang="ko-KR" smtClean="0"/>
              <a:t>.</a:t>
            </a:r>
          </a:p>
          <a:p>
            <a:pPr lvl="1"/>
            <a:r>
              <a:rPr lang="en-US" altLang="ko-KR" smtClean="0"/>
              <a:t>[</a:t>
            </a:r>
            <a:r>
              <a:rPr lang="ko-KR" altLang="en-US" smtClean="0"/>
              <a:t>크래프톤</a:t>
            </a:r>
            <a:r>
              <a:rPr lang="en-US" altLang="ko-KR" smtClean="0"/>
              <a:t>] </a:t>
            </a:r>
            <a:r>
              <a:rPr lang="ko-KR" altLang="en-US" smtClean="0"/>
              <a:t>정도의 회사가 이런 퀘스트 정도 만들 자본이 있다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이런 건 보스의 공략 조건으로도 쓴다</a:t>
            </a:r>
            <a:r>
              <a:rPr lang="en-US" altLang="ko-KR" smtClean="0"/>
              <a:t>.</a:t>
            </a:r>
          </a:p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98837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퀘스트 </a:t>
            </a:r>
            <a:r>
              <a:rPr lang="en-US" altLang="ko-KR" smtClean="0"/>
              <a:t>– </a:t>
            </a:r>
            <a:r>
              <a:rPr lang="en-US" altLang="ko-KR"/>
              <a:t>(1) </a:t>
            </a:r>
            <a:r>
              <a:rPr lang="ko-KR" altLang="en-US"/>
              <a:t>부여조건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smtClean="0"/>
              <a:t>[</a:t>
            </a:r>
            <a:r>
              <a:rPr lang="ko-KR" altLang="en-US" b="1" smtClean="0"/>
              <a:t>위치정보</a:t>
            </a:r>
            <a:r>
              <a:rPr lang="en-US" altLang="ko-KR" b="1" smtClean="0"/>
              <a:t>]</a:t>
            </a:r>
          </a:p>
          <a:p>
            <a:r>
              <a:rPr lang="en-US" altLang="ko-KR" smtClean="0"/>
              <a:t>Dummy Check : </a:t>
            </a:r>
            <a:r>
              <a:rPr lang="ko-KR" altLang="en-US" smtClean="0"/>
              <a:t>이벤트박스같은 거</a:t>
            </a:r>
            <a:r>
              <a:rPr lang="en-US" altLang="ko-KR" smtClean="0"/>
              <a:t>.</a:t>
            </a:r>
          </a:p>
          <a:p>
            <a:pPr lvl="1"/>
            <a:r>
              <a:rPr lang="en-US" altLang="ko-KR" smtClean="0"/>
              <a:t>Volume In/Out/ing =&gt; </a:t>
            </a:r>
            <a:r>
              <a:rPr lang="ko-KR" altLang="en-US" smtClean="0"/>
              <a:t>박스 안에 들어갔는지</a:t>
            </a:r>
            <a:r>
              <a:rPr lang="en-US" altLang="ko-KR" smtClean="0"/>
              <a:t>/</a:t>
            </a:r>
            <a:r>
              <a:rPr lang="ko-KR" altLang="en-US" smtClean="0"/>
              <a:t>들어간채로 있는지</a:t>
            </a:r>
            <a:r>
              <a:rPr lang="en-US" altLang="ko-KR" smtClean="0"/>
              <a:t>/</a:t>
            </a:r>
            <a:r>
              <a:rPr lang="ko-KR" altLang="en-US" smtClean="0"/>
              <a:t>나왔는지</a:t>
            </a:r>
            <a:endParaRPr lang="en-US" altLang="ko-KR" smtClean="0"/>
          </a:p>
          <a:p>
            <a:pPr lvl="1"/>
            <a:r>
              <a:rPr lang="ko-KR" altLang="en-US" smtClean="0"/>
              <a:t>예시</a:t>
            </a:r>
            <a:r>
              <a:rPr lang="en-US" altLang="ko-KR" smtClean="0"/>
              <a:t>) </a:t>
            </a:r>
            <a:r>
              <a:rPr lang="ko-KR" altLang="en-US" smtClean="0"/>
              <a:t>훔쳐 듣거나 보기의 퀘스트</a:t>
            </a:r>
            <a:endParaRPr lang="en-US" altLang="ko-KR"/>
          </a:p>
          <a:p>
            <a:endParaRPr lang="en-US" altLang="ko-KR" smtClean="0"/>
          </a:p>
          <a:p>
            <a:pPr marL="0" indent="0">
              <a:buNone/>
            </a:pPr>
            <a:r>
              <a:rPr lang="en-US" altLang="ko-KR" b="1" smtClean="0">
                <a:solidFill>
                  <a:srgbClr val="FF0000"/>
                </a:solidFill>
              </a:rPr>
              <a:t>[</a:t>
            </a:r>
            <a:r>
              <a:rPr lang="ko-KR" altLang="en-US" b="1" smtClean="0">
                <a:solidFill>
                  <a:srgbClr val="FF0000"/>
                </a:solidFill>
              </a:rPr>
              <a:t>몬스터의 킬 상태</a:t>
            </a:r>
            <a:r>
              <a:rPr lang="en-US" altLang="ko-KR" b="1" smtClean="0">
                <a:solidFill>
                  <a:srgbClr val="FF0000"/>
                </a:solidFill>
              </a:rPr>
              <a:t>]</a:t>
            </a:r>
            <a:endParaRPr lang="en-US" altLang="ko-KR" b="1">
              <a:solidFill>
                <a:srgbClr val="FF0000"/>
              </a:solidFill>
            </a:endParaRPr>
          </a:p>
          <a:p>
            <a:r>
              <a:rPr lang="ko-KR" altLang="en-US" smtClean="0"/>
              <a:t>최종 보스를 킬했니</a:t>
            </a:r>
            <a:r>
              <a:rPr lang="en-US" altLang="ko-KR" smtClean="0"/>
              <a:t>? </a:t>
            </a:r>
            <a:r>
              <a:rPr lang="ko-KR" altLang="en-US" smtClean="0"/>
              <a:t>정도만 체크해도 던전 공략상태를 확인할 수 있다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이건 웬만큼 실력 안 좋은 프로그래머라도 이것 정도는 구현할 수 있다</a:t>
            </a:r>
            <a:r>
              <a:rPr lang="en-US" altLang="ko-KR" smtClean="0"/>
              <a:t>.</a:t>
            </a:r>
            <a:endParaRPr lang="en-US" altLang="ko-KR"/>
          </a:p>
          <a:p>
            <a:r>
              <a:rPr lang="ko-KR" altLang="en-US" smtClean="0"/>
              <a:t>몬스터 </a:t>
            </a:r>
            <a:r>
              <a:rPr lang="en-US" altLang="ko-KR" smtClean="0"/>
              <a:t>HP(%) </a:t>
            </a:r>
            <a:r>
              <a:rPr lang="ko-KR" altLang="en-US" smtClean="0"/>
              <a:t>체크 </a:t>
            </a:r>
            <a:r>
              <a:rPr lang="en-US" altLang="ko-KR" smtClean="0"/>
              <a:t>=&gt; 1%</a:t>
            </a:r>
            <a:r>
              <a:rPr lang="ko-KR" altLang="en-US" smtClean="0"/>
              <a:t>보다는 </a:t>
            </a:r>
            <a:r>
              <a:rPr lang="en-US" altLang="ko-KR" smtClean="0"/>
              <a:t>25% </a:t>
            </a:r>
            <a:r>
              <a:rPr lang="ko-KR" altLang="en-US" smtClean="0"/>
              <a:t>정도로 조건을 해놓는 게 안전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특정 </a:t>
            </a:r>
            <a:r>
              <a:rPr lang="en-US" altLang="ko-KR" smtClean="0"/>
              <a:t>HP</a:t>
            </a:r>
            <a:r>
              <a:rPr lang="ko-KR" altLang="en-US" smtClean="0"/>
              <a:t>에 도달하면 몬스터가 대사를 출력하거나 애니메이션 호출</a:t>
            </a:r>
            <a:r>
              <a:rPr lang="en-US" altLang="ko-KR" smtClean="0"/>
              <a:t>.</a:t>
            </a:r>
          </a:p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65805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퀘스트 </a:t>
            </a:r>
            <a:r>
              <a:rPr lang="en-US" altLang="ko-KR" smtClean="0"/>
              <a:t>– </a:t>
            </a:r>
            <a:r>
              <a:rPr lang="en-US" altLang="ko-KR"/>
              <a:t>(1) </a:t>
            </a:r>
            <a:r>
              <a:rPr lang="ko-KR" altLang="en-US"/>
              <a:t>부여조건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8863" y="1825624"/>
            <a:ext cx="11534274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b="1" smtClean="0"/>
              <a:t>[</a:t>
            </a:r>
            <a:r>
              <a:rPr lang="ko-KR" altLang="en-US" b="1" smtClean="0"/>
              <a:t>업적 완료상태 </a:t>
            </a:r>
            <a:r>
              <a:rPr lang="en-US" altLang="ko-KR" b="1" smtClean="0"/>
              <a:t>OR </a:t>
            </a:r>
            <a:r>
              <a:rPr lang="ko-KR" altLang="en-US" b="1" smtClean="0"/>
              <a:t>칭호 부여상태</a:t>
            </a:r>
            <a:r>
              <a:rPr lang="en-US" altLang="ko-KR" b="1" smtClean="0"/>
              <a:t>]</a:t>
            </a:r>
          </a:p>
          <a:p>
            <a:r>
              <a:rPr lang="ko-KR" altLang="en-US" smtClean="0"/>
              <a:t>플레이 시간이 매우 오래 걸리는 경우가 많다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그래도 유저들은 재밌어한다</a:t>
            </a:r>
            <a:r>
              <a:rPr lang="en-US" altLang="ko-KR" smtClean="0"/>
              <a:t>. =&gt; </a:t>
            </a:r>
            <a:r>
              <a:rPr lang="ko-KR" altLang="en-US" smtClean="0"/>
              <a:t>보상을 매우 좋은 보상을 주므로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pPr marL="0" indent="0">
              <a:buNone/>
            </a:pPr>
            <a:r>
              <a:rPr lang="en-US" altLang="ko-KR" b="1" smtClean="0">
                <a:solidFill>
                  <a:srgbClr val="FF0000"/>
                </a:solidFill>
              </a:rPr>
              <a:t>[</a:t>
            </a:r>
            <a:r>
              <a:rPr lang="ko-KR" altLang="en-US" b="1" smtClean="0">
                <a:solidFill>
                  <a:srgbClr val="FF0000"/>
                </a:solidFill>
              </a:rPr>
              <a:t>이전 퀘스트의 완료 및 진행상태</a:t>
            </a:r>
            <a:r>
              <a:rPr lang="en-US" altLang="ko-KR" b="1" smtClean="0">
                <a:solidFill>
                  <a:srgbClr val="FF0000"/>
                </a:solidFill>
              </a:rPr>
              <a:t>]</a:t>
            </a:r>
            <a:endParaRPr lang="en-US" altLang="ko-KR" b="1">
              <a:solidFill>
                <a:srgbClr val="FF0000"/>
              </a:solidFill>
            </a:endParaRPr>
          </a:p>
          <a:p>
            <a:r>
              <a:rPr lang="ko-KR" altLang="en-US" smtClean="0"/>
              <a:t>메인 퀘스트를 제대로 진행하려면 이걸 체크해야 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그래야 스토리를 이해할 수 있기 때문에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굵직한 연계 퀘스트를 처음부터 차분하게 진행할 수 있게 도와준다</a:t>
            </a:r>
            <a:r>
              <a:rPr lang="en-US" altLang="ko-KR" smtClean="0"/>
              <a:t>.</a:t>
            </a:r>
          </a:p>
          <a:p>
            <a:r>
              <a:rPr lang="ko-KR" altLang="en-US" b="1" smtClean="0">
                <a:solidFill>
                  <a:srgbClr val="7030A0"/>
                </a:solidFill>
              </a:rPr>
              <a:t>콘솔 게임은 </a:t>
            </a:r>
            <a:r>
              <a:rPr lang="en-US" altLang="ko-KR" smtClean="0"/>
              <a:t>=&gt; ‘</a:t>
            </a:r>
            <a:r>
              <a:rPr lang="ko-KR" altLang="en-US" smtClean="0"/>
              <a:t>실패</a:t>
            </a:r>
            <a:r>
              <a:rPr lang="en-US" altLang="ko-KR" smtClean="0"/>
              <a:t>‘</a:t>
            </a:r>
            <a:r>
              <a:rPr lang="ko-KR" altLang="en-US" smtClean="0"/>
              <a:t>를 체크할 수도 있다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플레이어가 특정 횟수만큼 실패하면</a:t>
            </a:r>
            <a:r>
              <a:rPr lang="en-US" altLang="ko-KR" smtClean="0"/>
              <a:t>, NPC</a:t>
            </a:r>
            <a:r>
              <a:rPr lang="ko-KR" altLang="en-US" smtClean="0"/>
              <a:t>나 조력자가 등장해서 어떻게 성공할 수 있는 지 힌트를 주거나 도와준다</a:t>
            </a:r>
            <a:r>
              <a:rPr lang="en-US" altLang="ko-KR" smtClean="0"/>
              <a:t>.</a:t>
            </a:r>
            <a:endParaRPr lang="en-US" altLang="ko-KR"/>
          </a:p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51258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퀘스트 </a:t>
            </a:r>
            <a:r>
              <a:rPr lang="en-US" altLang="ko-KR" smtClean="0"/>
              <a:t>– </a:t>
            </a:r>
            <a:r>
              <a:rPr lang="en-US" altLang="ko-KR"/>
              <a:t>(1) </a:t>
            </a:r>
            <a:r>
              <a:rPr lang="ko-KR" altLang="en-US"/>
              <a:t>부여조건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8863" y="1825624"/>
            <a:ext cx="11534274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smtClean="0"/>
              <a:t>한국의</a:t>
            </a:r>
            <a:r>
              <a:rPr lang="en-US" altLang="ko-KR" b="1"/>
              <a:t> </a:t>
            </a:r>
            <a:r>
              <a:rPr lang="en-US" altLang="ko-KR" b="1" smtClean="0"/>
              <a:t>Mz</a:t>
            </a:r>
            <a:r>
              <a:rPr lang="ko-KR" altLang="en-US" b="1" smtClean="0"/>
              <a:t>들은 순수하게 </a:t>
            </a:r>
            <a:r>
              <a:rPr lang="en-US" altLang="ko-KR" b="1" smtClean="0"/>
              <a:t>‘</a:t>
            </a:r>
            <a:r>
              <a:rPr lang="ko-KR" altLang="en-US" b="1" smtClean="0"/>
              <a:t>시도</a:t>
            </a:r>
            <a:r>
              <a:rPr lang="en-US" altLang="ko-KR" b="1" smtClean="0"/>
              <a:t>’</a:t>
            </a:r>
            <a:r>
              <a:rPr lang="ko-KR" altLang="en-US" b="1" smtClean="0"/>
              <a:t>해보지 않는다</a:t>
            </a:r>
            <a:r>
              <a:rPr lang="en-US" altLang="ko-KR" b="1" smtClean="0"/>
              <a:t>. </a:t>
            </a:r>
            <a:r>
              <a:rPr lang="ko-KR" altLang="en-US" b="1" smtClean="0"/>
              <a:t>다만 브랜드파워가 셀 때는 수십번도 </a:t>
            </a:r>
            <a:r>
              <a:rPr lang="en-US" altLang="ko-KR" b="1" smtClean="0"/>
              <a:t>‘</a:t>
            </a:r>
            <a:r>
              <a:rPr lang="ko-KR" altLang="en-US" b="1" smtClean="0"/>
              <a:t>시도</a:t>
            </a:r>
            <a:r>
              <a:rPr lang="en-US" altLang="ko-KR" b="1" smtClean="0"/>
              <a:t>‘</a:t>
            </a:r>
            <a:r>
              <a:rPr lang="ko-KR" altLang="en-US" b="1" smtClean="0"/>
              <a:t>해본다</a:t>
            </a:r>
            <a:r>
              <a:rPr lang="en-US" altLang="ko-KR" b="1" smtClean="0"/>
              <a:t>.</a:t>
            </a:r>
          </a:p>
          <a:p>
            <a:pPr marL="0" indent="0">
              <a:buNone/>
            </a:pPr>
            <a:r>
              <a:rPr lang="en-US" altLang="ko-KR" b="1" smtClean="0"/>
              <a:t>(</a:t>
            </a:r>
            <a:r>
              <a:rPr lang="ko-KR" altLang="en-US" b="1" smtClean="0"/>
              <a:t>맛집에 줄서는 이유처럼</a:t>
            </a:r>
            <a:r>
              <a:rPr lang="en-US" altLang="ko-KR" b="1" smtClean="0"/>
              <a:t>…)</a:t>
            </a:r>
          </a:p>
          <a:p>
            <a:pPr marL="0" indent="0">
              <a:buNone/>
            </a:pPr>
            <a:endParaRPr lang="en-US" altLang="ko-KR" b="1"/>
          </a:p>
          <a:p>
            <a:pPr marL="0" indent="0">
              <a:buNone/>
            </a:pPr>
            <a:r>
              <a:rPr lang="en-US" altLang="ko-KR" b="1" smtClean="0"/>
              <a:t>[</a:t>
            </a:r>
            <a:r>
              <a:rPr lang="ko-KR" altLang="en-US" b="1" smtClean="0"/>
              <a:t>국가나 종족 등의 소속 및 평판 데이터 등을 통한 귀속상태여부 체크</a:t>
            </a:r>
            <a:r>
              <a:rPr lang="en-US" altLang="ko-KR" b="1" smtClean="0"/>
              <a:t>]</a:t>
            </a:r>
          </a:p>
          <a:p>
            <a:r>
              <a:rPr lang="ko-KR" altLang="en-US" smtClean="0"/>
              <a:t>플레이어의 소속과 소속된 곳의 평판 점수를 일정 수준 달성했을 때 받을 수 있는 퀘스트가 있다</a:t>
            </a:r>
            <a:r>
              <a:rPr lang="en-US" altLang="ko-KR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76031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69" y="478496"/>
            <a:ext cx="11758862" cy="590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837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면접 팁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8863" y="1825624"/>
            <a:ext cx="11534274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mtClean="0"/>
              <a:t>면접볼 때 </a:t>
            </a:r>
            <a:endParaRPr lang="en-US" altLang="ko-KR" smtClean="0"/>
          </a:p>
          <a:p>
            <a:pPr marL="0" indent="0">
              <a:buNone/>
            </a:pPr>
            <a:r>
              <a:rPr lang="en-US" altLang="ko-KR" smtClean="0"/>
              <a:t>– </a:t>
            </a:r>
            <a:r>
              <a:rPr lang="ko-KR" altLang="en-US" smtClean="0"/>
              <a:t>퀘스트의 여러 조건들을 나열하면서 어떻게 퀘스트를 만들면 좋을 지를 이야기하면 좋다</a:t>
            </a:r>
            <a:r>
              <a:rPr lang="en-US" altLang="ko-KR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00926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퀘스트 </a:t>
            </a:r>
            <a:r>
              <a:rPr lang="en-US" altLang="ko-KR" smtClean="0"/>
              <a:t>– (2) </a:t>
            </a:r>
            <a:r>
              <a:rPr lang="ko-KR" altLang="en-US" smtClean="0"/>
              <a:t>발동조건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45432" y="1825624"/>
            <a:ext cx="11101136" cy="5032375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smtClean="0"/>
              <a:t>부여조건이 </a:t>
            </a:r>
            <a:r>
              <a:rPr lang="en-US" altLang="ko-KR" smtClean="0"/>
              <a:t>NPC</a:t>
            </a:r>
            <a:r>
              <a:rPr lang="ko-KR" altLang="en-US" smtClean="0"/>
              <a:t>의 머리 위에 </a:t>
            </a:r>
            <a:r>
              <a:rPr lang="en-US" altLang="ko-KR" smtClean="0"/>
              <a:t>‘!’</a:t>
            </a:r>
            <a:r>
              <a:rPr lang="ko-KR" altLang="en-US" smtClean="0"/>
              <a:t>를 띄우면 플레이어는 </a:t>
            </a:r>
            <a:r>
              <a:rPr lang="en-US" altLang="ko-KR" smtClean="0"/>
              <a:t>NPC</a:t>
            </a:r>
            <a:r>
              <a:rPr lang="ko-KR" altLang="en-US" smtClean="0"/>
              <a:t>와 대화를 하게 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플레이어가 </a:t>
            </a:r>
            <a:r>
              <a:rPr lang="en-US" altLang="ko-KR" smtClean="0"/>
              <a:t>NPC</a:t>
            </a:r>
            <a:r>
              <a:rPr lang="ko-KR" altLang="en-US" smtClean="0"/>
              <a:t>와 대화를 하면 퀘스트가 발동된다</a:t>
            </a:r>
            <a:r>
              <a:rPr lang="en-US" altLang="ko-KR" smtClean="0"/>
              <a:t>.</a:t>
            </a:r>
          </a:p>
          <a:p>
            <a:r>
              <a:rPr lang="en-US" altLang="ko-KR"/>
              <a:t>UI</a:t>
            </a:r>
            <a:r>
              <a:rPr lang="ko-KR" altLang="en-US" smtClean="0"/>
              <a:t>로도 </a:t>
            </a:r>
            <a:r>
              <a:rPr lang="ko-KR" altLang="en-US"/>
              <a:t>발동 조건을 많이 표현한다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우편시스템</a:t>
            </a:r>
            <a:endParaRPr lang="en-US" altLang="ko-KR" smtClean="0"/>
          </a:p>
          <a:p>
            <a:pPr lvl="1"/>
            <a:r>
              <a:rPr lang="ko-KR" altLang="en-US" smtClean="0"/>
              <a:t>우체국에서 온 우편물을 받고</a:t>
            </a:r>
            <a:r>
              <a:rPr lang="en-US" altLang="ko-KR" smtClean="0"/>
              <a:t>, </a:t>
            </a:r>
            <a:r>
              <a:rPr lang="ko-KR" altLang="en-US" smtClean="0"/>
              <a:t>읽으면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아이템 획득 및 사용</a:t>
            </a:r>
            <a:endParaRPr lang="en-US" altLang="ko-KR" smtClean="0"/>
          </a:p>
          <a:p>
            <a:pPr lvl="1"/>
            <a:r>
              <a:rPr lang="ko-KR" altLang="en-US" smtClean="0"/>
              <a:t>해변에 쪽지가 담긴 유리병을 주워서 쪽지를 읽으면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Event Dummy : </a:t>
            </a:r>
            <a:r>
              <a:rPr lang="ko-KR" altLang="en-US" smtClean="0"/>
              <a:t>박스에 충돌함으로서 퀘스트 발동</a:t>
            </a:r>
            <a:endParaRPr lang="en-US" altLang="ko-KR" smtClean="0"/>
          </a:p>
          <a:p>
            <a:pPr lvl="1"/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호러 장르 </a:t>
            </a:r>
            <a:r>
              <a:rPr lang="en-US" altLang="ko-KR" smtClean="0"/>
              <a:t>=&gt; </a:t>
            </a:r>
            <a:r>
              <a:rPr lang="ko-KR" altLang="en-US" smtClean="0"/>
              <a:t>이 복도에 왔으니까</a:t>
            </a:r>
            <a:r>
              <a:rPr lang="en-US" altLang="ko-KR" smtClean="0"/>
              <a:t>, </a:t>
            </a:r>
            <a:r>
              <a:rPr lang="ko-KR" altLang="en-US" smtClean="0"/>
              <a:t>귀신이 문을 부수고 등장</a:t>
            </a:r>
          </a:p>
          <a:p>
            <a:r>
              <a:rPr lang="en-US" altLang="ko-KR" smtClean="0"/>
              <a:t>Time : </a:t>
            </a:r>
            <a:r>
              <a:rPr lang="ko-KR" altLang="en-US" smtClean="0"/>
              <a:t>일정 시간이 흐른 후</a:t>
            </a:r>
            <a:r>
              <a:rPr lang="en-US" altLang="ko-KR" smtClean="0"/>
              <a:t>, </a:t>
            </a:r>
            <a:r>
              <a:rPr lang="ko-KR" altLang="en-US" smtClean="0"/>
              <a:t>퀘스트가 발동</a:t>
            </a:r>
            <a:endParaRPr lang="en-US" altLang="ko-KR" smtClean="0"/>
          </a:p>
          <a:p>
            <a:pPr lvl="1"/>
            <a:r>
              <a:rPr lang="ko-KR" altLang="en-US" smtClean="0"/>
              <a:t>모바일 게임들이 흔히 시간으로 퀘스트를 발동하는 게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=&gt; </a:t>
            </a:r>
            <a:r>
              <a:rPr lang="ko-KR" altLang="en-US" smtClean="0"/>
              <a:t>복귀 유저 환영 이벤트</a:t>
            </a:r>
          </a:p>
        </p:txBody>
      </p:sp>
    </p:spTree>
    <p:extLst>
      <p:ext uri="{BB962C8B-B14F-4D97-AF65-F5344CB8AC3E}">
        <p14:creationId xmlns:p14="http://schemas.microsoft.com/office/powerpoint/2010/main" val="22129922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퀘스트 </a:t>
            </a:r>
            <a:r>
              <a:rPr lang="en-US" altLang="ko-KR" smtClean="0"/>
              <a:t>– (2) </a:t>
            </a:r>
            <a:r>
              <a:rPr lang="ko-KR" altLang="en-US" smtClean="0"/>
              <a:t>발동조건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45432" y="1825624"/>
            <a:ext cx="11101136" cy="5032375"/>
          </a:xfrm>
        </p:spPr>
        <p:txBody>
          <a:bodyPr>
            <a:normAutofit/>
          </a:bodyPr>
          <a:lstStyle/>
          <a:p>
            <a:r>
              <a:rPr lang="en-US" altLang="ko-KR" smtClean="0"/>
              <a:t>Event : </a:t>
            </a:r>
            <a:r>
              <a:rPr lang="ko-KR" altLang="en-US" smtClean="0"/>
              <a:t>이벤트 </a:t>
            </a:r>
            <a:r>
              <a:rPr lang="en-US" altLang="ko-KR" smtClean="0"/>
              <a:t>On/Off </a:t>
            </a:r>
            <a:r>
              <a:rPr lang="ko-KR" altLang="en-US" smtClean="0"/>
              <a:t>기능 등으로 크리스마스</a:t>
            </a:r>
            <a:r>
              <a:rPr lang="en-US" altLang="ko-KR" smtClean="0"/>
              <a:t>/</a:t>
            </a:r>
            <a:r>
              <a:rPr lang="ko-KR" altLang="en-US" smtClean="0"/>
              <a:t>부활절</a:t>
            </a:r>
            <a:r>
              <a:rPr lang="en-US" altLang="ko-KR" smtClean="0"/>
              <a:t>/</a:t>
            </a:r>
            <a:r>
              <a:rPr lang="ko-KR" altLang="en-US" smtClean="0"/>
              <a:t>할로윈 등</a:t>
            </a:r>
            <a:r>
              <a:rPr lang="en-US" altLang="ko-KR" smtClean="0"/>
              <a:t>.</a:t>
            </a:r>
            <a:r>
              <a:rPr lang="ko-KR" altLang="en-US" smtClean="0"/>
              <a:t>이벤트 시행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AI : </a:t>
            </a:r>
            <a:r>
              <a:rPr lang="ko-KR" altLang="en-US" smtClean="0"/>
              <a:t>학습하는 </a:t>
            </a:r>
            <a:r>
              <a:rPr lang="en-US" altLang="ko-KR" smtClean="0"/>
              <a:t>AI</a:t>
            </a:r>
            <a:r>
              <a:rPr lang="ko-KR" altLang="en-US" smtClean="0"/>
              <a:t>가 아닌</a:t>
            </a:r>
            <a:r>
              <a:rPr lang="en-US" altLang="ko-KR" smtClean="0"/>
              <a:t>(</a:t>
            </a:r>
            <a:r>
              <a:rPr lang="ko-KR" altLang="en-US" smtClean="0"/>
              <a:t>현재 기술력은 그 정도는 아님</a:t>
            </a:r>
            <a:r>
              <a:rPr lang="en-US" altLang="ko-KR" smtClean="0"/>
              <a:t>), ‘</a:t>
            </a:r>
            <a:r>
              <a:rPr lang="ko-KR" altLang="en-US" smtClean="0"/>
              <a:t>패턴</a:t>
            </a:r>
            <a:r>
              <a:rPr lang="en-US" altLang="ko-KR" smtClean="0"/>
              <a:t>’</a:t>
            </a:r>
            <a:r>
              <a:rPr lang="ko-KR" altLang="en-US" smtClean="0"/>
              <a:t>을 의미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특정 </a:t>
            </a:r>
            <a:r>
              <a:rPr lang="en-US" altLang="ko-KR" smtClean="0"/>
              <a:t>case</a:t>
            </a:r>
            <a:r>
              <a:rPr lang="ko-KR" altLang="en-US" smtClean="0"/>
              <a:t>일 때</a:t>
            </a:r>
            <a:r>
              <a:rPr lang="en-US" altLang="ko-KR" smtClean="0"/>
              <a:t>, </a:t>
            </a:r>
            <a:r>
              <a:rPr lang="ko-KR" altLang="en-US" smtClean="0"/>
              <a:t>이렇게 대응해</a:t>
            </a:r>
            <a:r>
              <a:rPr lang="en-US" altLang="ko-KR" smtClean="0"/>
              <a:t>.(case by case)</a:t>
            </a:r>
          </a:p>
          <a:p>
            <a:pPr lvl="1"/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플레이어가 </a:t>
            </a:r>
            <a:r>
              <a:rPr lang="en-US" altLang="ko-KR" smtClean="0"/>
              <a:t>1Lv</a:t>
            </a:r>
            <a:r>
              <a:rPr lang="ko-KR" altLang="en-US" smtClean="0"/>
              <a:t>에 토끼를 잡지 않는다</a:t>
            </a:r>
            <a:r>
              <a:rPr lang="en-US" altLang="ko-KR" smtClean="0"/>
              <a:t>.</a:t>
            </a:r>
            <a:r>
              <a:rPr lang="ko-KR" altLang="en-US" smtClean="0"/>
              <a:t> 토끼가 스폰된 시간에서 </a:t>
            </a:r>
            <a:r>
              <a:rPr lang="en-US" altLang="ko-KR" smtClean="0"/>
              <a:t>72</a:t>
            </a:r>
            <a:r>
              <a:rPr lang="ko-KR" altLang="en-US" smtClean="0"/>
              <a:t>시간이 지나면</a:t>
            </a:r>
            <a:r>
              <a:rPr lang="en-US" altLang="ko-KR" smtClean="0"/>
              <a:t>(</a:t>
            </a:r>
            <a:r>
              <a:rPr lang="ko-KR" altLang="en-US" smtClean="0"/>
              <a:t>살아남아있으면</a:t>
            </a:r>
            <a:r>
              <a:rPr lang="en-US" altLang="ko-KR" smtClean="0"/>
              <a:t>), ‘</a:t>
            </a:r>
            <a:r>
              <a:rPr lang="ko-KR" altLang="en-US" smtClean="0"/>
              <a:t>친구가 되어줄래요</a:t>
            </a:r>
            <a:r>
              <a:rPr lang="en-US" altLang="ko-KR" smtClean="0"/>
              <a:t>?’ </a:t>
            </a:r>
            <a:r>
              <a:rPr lang="ko-KR" altLang="en-US" smtClean="0"/>
              <a:t>퀘스트 발동</a:t>
            </a:r>
            <a:r>
              <a:rPr lang="en-US" altLang="ko-KR" smtClean="0"/>
              <a:t>. </a:t>
            </a:r>
            <a:r>
              <a:rPr lang="ko-KR" altLang="en-US" smtClean="0"/>
              <a:t>원래 펫이 될 수 없는 몬스터지만</a:t>
            </a:r>
            <a:r>
              <a:rPr lang="en-US" altLang="ko-KR" smtClean="0"/>
              <a:t>, </a:t>
            </a:r>
            <a:r>
              <a:rPr lang="ko-KR" altLang="en-US" smtClean="0"/>
              <a:t>살아남은 토끼가 퀘스트를 주고</a:t>
            </a:r>
            <a:r>
              <a:rPr lang="en-US" altLang="ko-KR" smtClean="0"/>
              <a:t>, </a:t>
            </a:r>
            <a:r>
              <a:rPr lang="ko-KR" altLang="en-US" smtClean="0"/>
              <a:t>그걸 달성하면 토끼 펫을 가질 수 있다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이러면 사람들은 토끼 펫을 가지려고 할텐데</a:t>
            </a:r>
            <a:r>
              <a:rPr lang="en-US" altLang="ko-KR" smtClean="0"/>
              <a:t>, </a:t>
            </a:r>
            <a:r>
              <a:rPr lang="ko-KR" altLang="en-US" smtClean="0"/>
              <a:t>이 때 반대 세력</a:t>
            </a:r>
            <a:r>
              <a:rPr lang="en-US" altLang="ko-KR" smtClean="0"/>
              <a:t>(</a:t>
            </a:r>
            <a:r>
              <a:rPr lang="ko-KR" altLang="en-US" smtClean="0"/>
              <a:t>어둠</a:t>
            </a:r>
            <a:r>
              <a:rPr lang="en-US" altLang="ko-KR" smtClean="0"/>
              <a:t>)</a:t>
            </a:r>
            <a:r>
              <a:rPr lang="ko-KR" altLang="en-US" smtClean="0"/>
              <a:t>이 토끼를 다 죽이고 다니거나</a:t>
            </a:r>
            <a:r>
              <a:rPr lang="en-US" altLang="ko-KR" smtClean="0"/>
              <a:t>, </a:t>
            </a:r>
            <a:r>
              <a:rPr lang="ko-KR" altLang="en-US" smtClean="0"/>
              <a:t>더 잔인하게 </a:t>
            </a:r>
            <a:r>
              <a:rPr lang="en-US" altLang="ko-KR" smtClean="0"/>
              <a:t>72</a:t>
            </a:r>
            <a:r>
              <a:rPr lang="ko-KR" altLang="en-US" smtClean="0"/>
              <a:t>시간이 다 돼가는 토끼를 </a:t>
            </a:r>
            <a:r>
              <a:rPr lang="en-US" altLang="ko-KR" smtClean="0"/>
              <a:t>(</a:t>
            </a:r>
            <a:r>
              <a:rPr lang="ko-KR" altLang="en-US" smtClean="0"/>
              <a:t>일부러 살려뒀다가 시간이 다 될 쯤에</a:t>
            </a:r>
            <a:r>
              <a:rPr lang="en-US" altLang="ko-KR" smtClean="0"/>
              <a:t>) </a:t>
            </a:r>
            <a:r>
              <a:rPr lang="ko-KR" altLang="en-US" smtClean="0"/>
              <a:t>죽여버린다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이런 식으로 재밌는 여러 가지 상황들이 벌어질 수 있을 것이다</a:t>
            </a:r>
            <a:r>
              <a:rPr lang="en-US" altLang="ko-KR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184963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퀘스트 </a:t>
            </a:r>
            <a:r>
              <a:rPr lang="en-US" altLang="ko-KR" smtClean="0"/>
              <a:t>– (2) </a:t>
            </a:r>
            <a:r>
              <a:rPr lang="ko-KR" altLang="en-US" smtClean="0"/>
              <a:t>발동조건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2926" y="1825624"/>
            <a:ext cx="11486148" cy="5032375"/>
          </a:xfrm>
        </p:spPr>
        <p:txBody>
          <a:bodyPr>
            <a:normAutofit/>
          </a:bodyPr>
          <a:lstStyle/>
          <a:p>
            <a:r>
              <a:rPr lang="ko-KR" altLang="en-US" smtClean="0"/>
              <a:t>많은 퀘스트들이 토끼를 죽이라고만 하지</a:t>
            </a:r>
            <a:r>
              <a:rPr lang="en-US" altLang="ko-KR" smtClean="0"/>
              <a:t>, </a:t>
            </a:r>
            <a:r>
              <a:rPr lang="ko-KR" altLang="en-US" smtClean="0"/>
              <a:t>살려두라고는 하지 않는다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우리는 이걸 이용해서 재밌는 퀘스트를 만들어볼 수 있을 것이다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이 </a:t>
            </a:r>
            <a:r>
              <a:rPr lang="en-US" altLang="ko-KR" smtClean="0"/>
              <a:t>ppt </a:t>
            </a:r>
            <a:r>
              <a:rPr lang="ko-KR" altLang="en-US" smtClean="0"/>
              <a:t>페이지의 바로 앞 페이지의 예시가 그러하다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현재 다른 게임들에서는 볼 수 없는</a:t>
            </a:r>
            <a:r>
              <a:rPr lang="en-US" altLang="ko-KR" smtClean="0"/>
              <a:t>, </a:t>
            </a:r>
            <a:r>
              <a:rPr lang="ko-KR" altLang="en-US" smtClean="0"/>
              <a:t>그렇지만 유저들에게 재미를 느끼게 할 수 있는 참신하고 기발한 퀘스트를 만들어볼 수 있다면 좋겠다</a:t>
            </a:r>
            <a:r>
              <a:rPr lang="en-US" altLang="ko-KR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316591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Gpt</a:t>
            </a:r>
            <a:r>
              <a:rPr lang="ko-KR" altLang="en-US" smtClean="0"/>
              <a:t>에 한 고민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/>
              <a:t>우리 게임에서는 변이체가 된 사람들은 나중에 주인공에 의해서 다시 원래대로</a:t>
            </a:r>
            <a:r>
              <a:rPr lang="en-US" altLang="ko-KR"/>
              <a:t>(</a:t>
            </a:r>
            <a:r>
              <a:rPr lang="ko-KR" altLang="en-US"/>
              <a:t>사람으로</a:t>
            </a:r>
            <a:r>
              <a:rPr lang="en-US" altLang="ko-KR"/>
              <a:t>) </a:t>
            </a:r>
            <a:r>
              <a:rPr lang="ko-KR" altLang="en-US"/>
              <a:t>돌아올 가능성이 있다</a:t>
            </a:r>
            <a:r>
              <a:rPr lang="en-US" altLang="ko-KR"/>
              <a:t>. </a:t>
            </a:r>
            <a:r>
              <a:rPr lang="ko-KR" altLang="en-US"/>
              <a:t>하지만 슬프게도 변이체에 의해서 죽거나 다친 사람들은</a:t>
            </a:r>
            <a:r>
              <a:rPr lang="en-US" altLang="ko-KR"/>
              <a:t>, </a:t>
            </a:r>
            <a:r>
              <a:rPr lang="ko-KR" altLang="en-US"/>
              <a:t>평범한 일상에서 교통사고를 당한 것처럼 살아돌아오거나 다친 곳이 낫지 않는다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게임에서 사람들은</a:t>
            </a:r>
            <a:r>
              <a:rPr lang="en-US" altLang="ko-KR"/>
              <a:t>, </a:t>
            </a:r>
            <a:r>
              <a:rPr lang="ko-KR" altLang="en-US"/>
              <a:t>이런 </a:t>
            </a:r>
            <a:r>
              <a:rPr lang="en-US" altLang="ko-KR"/>
              <a:t>NPC</a:t>
            </a:r>
            <a:r>
              <a:rPr lang="ko-KR" altLang="en-US"/>
              <a:t>들의 죽음에 일일이 슬픔을 느끼고 싶어하지 않을까</a:t>
            </a:r>
            <a:r>
              <a:rPr lang="en-US" altLang="ko-KR"/>
              <a:t>? </a:t>
            </a:r>
            <a:r>
              <a:rPr lang="ko-KR" altLang="en-US"/>
              <a:t>아니면 슬픔을 느끼도록 설계해도 괜찮을까</a:t>
            </a:r>
            <a:r>
              <a:rPr lang="en-US" altLang="ko-KR"/>
              <a:t>? </a:t>
            </a:r>
            <a:r>
              <a:rPr lang="ko-KR" altLang="en-US"/>
              <a:t>그렇다면 게임을 하는 플레이어들에게 너무 감정의 소모와 부담을 많이 주는 건 아닐까</a:t>
            </a:r>
            <a:r>
              <a:rPr lang="en-US" altLang="ko-KR"/>
              <a:t>? </a:t>
            </a:r>
            <a:r>
              <a:rPr lang="ko-KR" altLang="en-US"/>
              <a:t>게임은 어쨌든 </a:t>
            </a:r>
            <a:r>
              <a:rPr lang="en-US" altLang="ko-KR"/>
              <a:t>'</a:t>
            </a:r>
            <a:r>
              <a:rPr lang="ko-KR" altLang="en-US"/>
              <a:t>재미</a:t>
            </a:r>
            <a:r>
              <a:rPr lang="en-US" altLang="ko-KR"/>
              <a:t>'</a:t>
            </a:r>
            <a:r>
              <a:rPr lang="ko-KR" altLang="en-US"/>
              <a:t>를 느끼기 위해 하는 것인데</a:t>
            </a:r>
            <a:r>
              <a:rPr lang="en-US" altLang="ko-KR"/>
              <a:t>, </a:t>
            </a:r>
            <a:r>
              <a:rPr lang="ko-KR" altLang="en-US"/>
              <a:t>지금 나는 우리 게임을 통해서 플레이어에게 자꾸 경험을 주려고 하는 방향으로 갈 때가 많아</a:t>
            </a:r>
            <a:r>
              <a:rPr lang="en-US" altLang="ko-KR"/>
              <a:t>. </a:t>
            </a:r>
            <a:r>
              <a:rPr lang="ko-KR" altLang="en-US"/>
              <a:t>어떠한 의미나 생각을 전달하고 싶기도 하지</a:t>
            </a:r>
            <a:r>
              <a:rPr lang="en-US" altLang="ko-KR"/>
              <a:t>. </a:t>
            </a:r>
            <a:r>
              <a:rPr lang="ko-KR" altLang="en-US"/>
              <a:t>어떤 방향이 맞는 지 정답은 없겠지만</a:t>
            </a:r>
            <a:r>
              <a:rPr lang="en-US" altLang="ko-KR"/>
              <a:t>, </a:t>
            </a:r>
            <a:r>
              <a:rPr lang="ko-KR" altLang="en-US"/>
              <a:t>나는 기획자를 직업으로 삼고 싶은 취업 준비생으로서 조언이 필요해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298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920</Words>
  <Application>Microsoft Office PowerPoint</Application>
  <PresentationFormat>와이드스크린</PresentationFormat>
  <Paragraphs>115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맑은 고딕</vt:lpstr>
      <vt:lpstr>Arial</vt:lpstr>
      <vt:lpstr>Office 테마</vt:lpstr>
      <vt:lpstr>PowerPoint 프레젠테이션</vt:lpstr>
      <vt:lpstr>3차원 세계</vt:lpstr>
      <vt:lpstr>퀘스트</vt:lpstr>
      <vt:lpstr>퀘스트 조건 – 직업 (Class)</vt:lpstr>
      <vt:lpstr>퀘스의 조건</vt:lpstr>
      <vt:lpstr>퀘스의 조건</vt:lpstr>
      <vt:lpstr>PowerPoint 프레젠테이션</vt:lpstr>
      <vt:lpstr>퀘스트 – (1) 부여조건</vt:lpstr>
      <vt:lpstr>퀘스트 – (1) 부여조건</vt:lpstr>
      <vt:lpstr>퀘스트 – (1) 부여조건</vt:lpstr>
      <vt:lpstr>퀘스트 – (1) 부여조건</vt:lpstr>
      <vt:lpstr>퀘스트 – (1) 부여조건</vt:lpstr>
      <vt:lpstr>퀘스트 – (1) 부여조건</vt:lpstr>
      <vt:lpstr>PowerPoint 프레젠테이션</vt:lpstr>
      <vt:lpstr>면접 팁</vt:lpstr>
      <vt:lpstr>퀘스트 – (2) 발동조건</vt:lpstr>
      <vt:lpstr>퀘스트 – (2) 발동조건</vt:lpstr>
      <vt:lpstr>퀘스트 – (2) 발동조건</vt:lpstr>
      <vt:lpstr>Gpt에 한 고민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15</cp:revision>
  <dcterms:created xsi:type="dcterms:W3CDTF">2026-06-22T04:49:18Z</dcterms:created>
  <dcterms:modified xsi:type="dcterms:W3CDTF">2026-06-23T06:50:38Z</dcterms:modified>
</cp:coreProperties>
</file>