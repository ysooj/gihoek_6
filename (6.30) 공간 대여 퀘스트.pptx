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5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59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93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05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86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39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90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15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9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81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00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626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940FA-BFFD-43EE-BC18-DBF561F34C4C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화면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네모난 영역에서 벗어나지 않는다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아직은 </a:t>
            </a:r>
            <a:r>
              <a:rPr lang="en-US" altLang="ko-KR" smtClean="0"/>
              <a:t>VR </a:t>
            </a:r>
            <a:r>
              <a:rPr lang="ko-KR" altLang="en-US" smtClean="0"/>
              <a:t>게임 마저도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en-US" altLang="ko-KR" smtClean="0"/>
              <a:t>Quest =&gt; </a:t>
            </a:r>
            <a:r>
              <a:rPr lang="ko-KR" altLang="en-US" smtClean="0"/>
              <a:t>네모난 영역 안에서 할 일을 준다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en-US" altLang="ko-KR" smtClean="0"/>
              <a:t>[Game Engine] </a:t>
            </a:r>
            <a:r>
              <a:rPr lang="ko-KR" altLang="en-US" smtClean="0"/>
              <a:t>에서 무엇을 할 수 있는 지 알고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그걸 퀘스트를 만들 때 활용해야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옛날에는 자체 엔진도 많았고</a:t>
            </a:r>
            <a:r>
              <a:rPr lang="en-US" altLang="ko-KR" smtClean="0"/>
              <a:t>, </a:t>
            </a:r>
            <a:r>
              <a:rPr lang="ko-KR" altLang="en-US" smtClean="0"/>
              <a:t>직접 뜯어보면서 공부해야 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요새는 </a:t>
            </a:r>
            <a:r>
              <a:rPr lang="en-US" altLang="ko-KR" smtClean="0"/>
              <a:t>Unity, Unreal</a:t>
            </a:r>
            <a:r>
              <a:rPr lang="ko-KR" altLang="en-US" smtClean="0"/>
              <a:t>이 대세고</a:t>
            </a:r>
            <a:r>
              <a:rPr lang="en-US" altLang="ko-KR" smtClean="0"/>
              <a:t>,</a:t>
            </a:r>
            <a:r>
              <a:rPr lang="ko-KR" altLang="en-US" smtClean="0"/>
              <a:t> </a:t>
            </a:r>
            <a:r>
              <a:rPr lang="en-US" altLang="ko-KR" smtClean="0"/>
              <a:t>AI</a:t>
            </a:r>
            <a:r>
              <a:rPr lang="ko-KR" altLang="en-US" smtClean="0"/>
              <a:t>로 정리해서 공부할 수 있다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5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Unity</a:t>
            </a:r>
            <a:r>
              <a:rPr lang="ko-KR" altLang="en-US" smtClean="0"/>
              <a:t>와 </a:t>
            </a:r>
            <a:r>
              <a:rPr lang="en-US" altLang="ko-KR" smtClean="0"/>
              <a:t>Unreal</a:t>
            </a:r>
            <a:r>
              <a:rPr lang="ko-KR" altLang="en-US" smtClean="0"/>
              <a:t>의 일반화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mtClean="0"/>
              <a:t>이로 인해 구현의 상상력이 많이 줄었다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정규 </a:t>
            </a:r>
            <a:r>
              <a:rPr lang="en-US" altLang="ko-KR" smtClean="0"/>
              <a:t>/ </a:t>
            </a:r>
            <a:r>
              <a:rPr lang="ko-KR" altLang="en-US" smtClean="0"/>
              <a:t>정석 대로만 하려고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힐 </a:t>
            </a:r>
            <a:r>
              <a:rPr lang="en-US" altLang="ko-KR" smtClean="0"/>
              <a:t>=&gt; </a:t>
            </a:r>
            <a:r>
              <a:rPr lang="ko-KR" altLang="en-US" smtClean="0"/>
              <a:t>아군에게만 가능</a:t>
            </a:r>
            <a:endParaRPr lang="en-US" altLang="ko-KR" smtClean="0"/>
          </a:p>
          <a:p>
            <a:r>
              <a:rPr lang="en-US" altLang="ko-KR" smtClean="0"/>
              <a:t>But </a:t>
            </a:r>
            <a:r>
              <a:rPr lang="ko-KR" altLang="en-US" smtClean="0"/>
              <a:t>현실에서 의사는 적군이든 동물이든 살려낼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퀘스트에서 빠지지 않는 </a:t>
            </a:r>
            <a:r>
              <a:rPr lang="en-US" altLang="ko-KR" smtClean="0"/>
              <a:t>3</a:t>
            </a:r>
            <a:r>
              <a:rPr lang="ko-KR" altLang="en-US" smtClean="0"/>
              <a:t>가지</a:t>
            </a:r>
            <a:endParaRPr lang="en-US" altLang="ko-KR" smtClean="0"/>
          </a:p>
          <a:p>
            <a:pPr lvl="1"/>
            <a:r>
              <a:rPr lang="ko-KR" altLang="en-US" smtClean="0"/>
              <a:t>대화 해라</a:t>
            </a:r>
            <a:endParaRPr lang="en-US" altLang="ko-KR" smtClean="0"/>
          </a:p>
          <a:p>
            <a:pPr lvl="1"/>
            <a:r>
              <a:rPr lang="en-US" altLang="ko-KR" smtClean="0"/>
              <a:t>Battle </a:t>
            </a:r>
            <a:r>
              <a:rPr lang="ko-KR" altLang="en-US" smtClean="0"/>
              <a:t>해서 몬스터 죽여라</a:t>
            </a:r>
            <a:endParaRPr lang="en-US" altLang="ko-KR" smtClean="0"/>
          </a:p>
          <a:p>
            <a:pPr lvl="1"/>
            <a:r>
              <a:rPr lang="en-US" altLang="ko-KR" smtClean="0"/>
              <a:t>Item </a:t>
            </a:r>
            <a:r>
              <a:rPr lang="ko-KR" altLang="en-US" smtClean="0"/>
              <a:t>가져와라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게임은 정답이 없다</a:t>
            </a:r>
            <a:r>
              <a:rPr lang="en-US" altLang="ko-KR" smtClean="0"/>
              <a:t>. </a:t>
            </a:r>
            <a:r>
              <a:rPr lang="ko-KR" altLang="en-US" smtClean="0"/>
              <a:t>그러니 이런 </a:t>
            </a:r>
            <a:r>
              <a:rPr lang="en-US" altLang="ko-KR" smtClean="0"/>
              <a:t>‘</a:t>
            </a:r>
            <a:r>
              <a:rPr lang="ko-KR" altLang="en-US" smtClean="0"/>
              <a:t>정답들</a:t>
            </a:r>
            <a:r>
              <a:rPr lang="en-US" altLang="ko-KR" smtClean="0"/>
              <a:t>’</a:t>
            </a:r>
            <a:r>
              <a:rPr lang="ko-KR" altLang="en-US" smtClean="0"/>
              <a:t>에서 벗어나는 것들을 만들어볼 수 있다면 좋을 것 같다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게임의 본질적인 가치는 </a:t>
            </a:r>
            <a:r>
              <a:rPr lang="en-US" altLang="ko-KR" smtClean="0"/>
              <a:t>‘</a:t>
            </a:r>
            <a:r>
              <a:rPr lang="ko-KR" altLang="en-US" smtClean="0"/>
              <a:t>재미</a:t>
            </a:r>
            <a:r>
              <a:rPr lang="en-US" altLang="ko-KR" smtClean="0"/>
              <a:t>’</a:t>
            </a:r>
            <a:r>
              <a:rPr lang="ko-KR" altLang="en-US" smtClean="0"/>
              <a:t>이므로</a:t>
            </a:r>
            <a:r>
              <a:rPr lang="en-US" altLang="ko-KR" smtClean="0"/>
              <a:t>. ‘</a:t>
            </a:r>
            <a:r>
              <a:rPr lang="ko-KR" altLang="en-US" smtClean="0"/>
              <a:t>재밌기만 하면 된다</a:t>
            </a:r>
            <a:r>
              <a:rPr lang="en-US" altLang="ko-KR" smtClean="0"/>
              <a:t>.’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659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21" y="378757"/>
            <a:ext cx="11566358" cy="61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7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= </a:t>
            </a:r>
            <a:r>
              <a:rPr lang="ko-KR" altLang="en-US" smtClean="0"/>
              <a:t>유저에게 할 일을 주는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mtClean="0"/>
              <a:t>To do list</a:t>
            </a:r>
          </a:p>
          <a:p>
            <a:endParaRPr lang="en-US" altLang="ko-KR"/>
          </a:p>
          <a:p>
            <a:r>
              <a:rPr lang="ko-KR" altLang="en-US" smtClean="0"/>
              <a:t>게임을 통해 우리는 </a:t>
            </a:r>
            <a:r>
              <a:rPr lang="en-US" altLang="ko-KR" smtClean="0"/>
              <a:t>‘</a:t>
            </a:r>
            <a:r>
              <a:rPr lang="ko-KR" altLang="en-US" smtClean="0"/>
              <a:t>또 다른 세상으로의 여행</a:t>
            </a:r>
            <a:r>
              <a:rPr lang="en-US" altLang="ko-KR" smtClean="0"/>
              <a:t>＇</a:t>
            </a:r>
            <a:r>
              <a:rPr lang="ko-KR" altLang="en-US" smtClean="0"/>
              <a:t>을 할 수도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선생님의 퀘스트 예시</a:t>
            </a:r>
            <a:endParaRPr lang="en-US" altLang="ko-KR" smtClean="0"/>
          </a:p>
          <a:p>
            <a:r>
              <a:rPr lang="ko-KR" altLang="en-US" smtClean="0"/>
              <a:t>할로윈 이벤트 </a:t>
            </a:r>
            <a:r>
              <a:rPr lang="en-US" altLang="ko-KR" smtClean="0"/>
              <a:t>- </a:t>
            </a:r>
            <a:r>
              <a:rPr lang="ko-KR" altLang="en-US" smtClean="0"/>
              <a:t>필리핀 </a:t>
            </a:r>
            <a:r>
              <a:rPr lang="en-US" altLang="ko-KR" smtClean="0"/>
              <a:t>‘</a:t>
            </a:r>
            <a:r>
              <a:rPr lang="ko-KR" altLang="en-US" smtClean="0"/>
              <a:t>댄스 파티</a:t>
            </a:r>
            <a:r>
              <a:rPr lang="en-US" altLang="ko-KR" smtClean="0"/>
              <a:t>‘</a:t>
            </a:r>
          </a:p>
          <a:p>
            <a:pPr lvl="1"/>
            <a:r>
              <a:rPr lang="ko-KR" altLang="en-US" smtClean="0"/>
              <a:t>몬스터를 잡아서 아이템 개수만큼 파티복을 주고</a:t>
            </a:r>
            <a:r>
              <a:rPr lang="en-US" altLang="ko-KR" smtClean="0"/>
              <a:t>,</a:t>
            </a:r>
          </a:p>
          <a:p>
            <a:pPr lvl="1"/>
            <a:r>
              <a:rPr lang="en-US" altLang="ko-KR" smtClean="0"/>
              <a:t>GM</a:t>
            </a:r>
            <a:r>
              <a:rPr lang="ko-KR" altLang="en-US" smtClean="0"/>
              <a:t>에게서 초대장을 받아서 무도회장으로 들어갈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무도회장의 인원수는 제한돼있다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공간을 대여하는 방식의 퀘스트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2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공간 대여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개발자들이 얼마나 멋지고 아름다운 배경을 만들었는 지에 따라서 그 공간이 가지는 가치가 달라진다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그러면 플레이어들에게 단 둘</a:t>
            </a:r>
            <a:r>
              <a:rPr lang="en-US" altLang="ko-KR" smtClean="0"/>
              <a:t>, </a:t>
            </a:r>
            <a:r>
              <a:rPr lang="ko-KR" altLang="en-US" smtClean="0"/>
              <a:t>혹은 </a:t>
            </a:r>
            <a:r>
              <a:rPr lang="en-US" altLang="ko-KR" smtClean="0"/>
              <a:t>10</a:t>
            </a:r>
            <a:r>
              <a:rPr lang="ko-KR" altLang="en-US" smtClean="0"/>
              <a:t>명 이상의 사람들이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그들끼리만 있는 공간을 가지는 경험을 할 수 있게 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SNG </a:t>
            </a:r>
            <a:r>
              <a:rPr lang="ko-KR" altLang="en-US" smtClean="0"/>
              <a:t>소셜 네트워크 게임</a:t>
            </a:r>
            <a:endParaRPr lang="en-US" altLang="ko-KR"/>
          </a:p>
          <a:p>
            <a:r>
              <a:rPr lang="ko-KR" altLang="en-US" smtClean="0"/>
              <a:t>마이홈 시스템</a:t>
            </a:r>
            <a:r>
              <a:rPr lang="en-US" altLang="ko-KR" smtClean="0"/>
              <a:t>, </a:t>
            </a:r>
            <a:r>
              <a:rPr lang="ko-KR" altLang="en-US" smtClean="0"/>
              <a:t>친구를 자신의 집으로 초대하는 것이 대박 쳤다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공간이 가지는 힘이 매우 대단하다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그러니 잘 활용해보자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175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75" y="92509"/>
            <a:ext cx="9545050" cy="667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2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가상의 피규어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디지털 피규어</a:t>
            </a:r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02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137160"/>
            <a:ext cx="9448798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54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할 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공간 대여 퀘스트 만들어보기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05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장소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공원</a:t>
            </a:r>
            <a:endParaRPr lang="en-US" altLang="ko-KR" smtClean="0"/>
          </a:p>
          <a:p>
            <a:r>
              <a:rPr lang="ko-KR" altLang="en-US" smtClean="0"/>
              <a:t>대형마트</a:t>
            </a:r>
            <a:endParaRPr lang="en-US" altLang="ko-KR" smtClean="0"/>
          </a:p>
          <a:p>
            <a:r>
              <a:rPr lang="ko-KR" altLang="en-US" smtClean="0"/>
              <a:t>영화관</a:t>
            </a:r>
            <a:endParaRPr lang="en-US" altLang="ko-KR" smtClean="0"/>
          </a:p>
          <a:p>
            <a:r>
              <a:rPr lang="ko-KR" altLang="en-US" smtClean="0"/>
              <a:t>편의점</a:t>
            </a:r>
            <a:endParaRPr lang="en-US" altLang="ko-KR" smtClean="0"/>
          </a:p>
          <a:p>
            <a:r>
              <a:rPr lang="ko-KR" altLang="en-US" smtClean="0"/>
              <a:t>다이소</a:t>
            </a:r>
            <a:endParaRPr lang="en-US" altLang="ko-KR" smtClean="0"/>
          </a:p>
          <a:p>
            <a:r>
              <a:rPr lang="ko-KR" altLang="en-US" smtClean="0"/>
              <a:t>학교</a:t>
            </a:r>
            <a:endParaRPr lang="en-US" altLang="ko-KR" smtClean="0"/>
          </a:p>
          <a:p>
            <a:r>
              <a:rPr lang="ko-KR" altLang="en-US" smtClean="0"/>
              <a:t>공용 주차장 </a:t>
            </a:r>
            <a:r>
              <a:rPr lang="en-US" altLang="ko-KR" smtClean="0"/>
              <a:t>(</a:t>
            </a:r>
            <a:r>
              <a:rPr lang="ko-KR" altLang="en-US" smtClean="0"/>
              <a:t>사람이 자리를 맡는다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지하철역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755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2811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000" b="1" smtClean="0"/>
              <a:t>공간 대여형 서브 퀘스트</a:t>
            </a:r>
            <a:endParaRPr lang="ko-KR" altLang="en-US" sz="3000" b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2811" y="10941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500" b="1" smtClean="0"/>
              <a:t>[ S</a:t>
            </a:r>
            <a:r>
              <a:rPr lang="ko-KR" altLang="en-US" sz="1500" b="1" smtClean="0"/>
              <a:t>급은 웃지 마세요</a:t>
            </a:r>
            <a:r>
              <a:rPr lang="en-US" altLang="ko-KR" sz="1500" b="1" smtClean="0"/>
              <a:t> ]</a:t>
            </a:r>
          </a:p>
          <a:p>
            <a:pPr marL="0" indent="0">
              <a:buNone/>
            </a:pPr>
            <a:endParaRPr lang="en-US" altLang="ko-KR" b="1"/>
          </a:p>
          <a:p>
            <a:pPr marL="0" indent="0">
              <a:buNone/>
            </a:pPr>
            <a:endParaRPr lang="ko-KR" altLang="en-US" b="1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322811" y="1586367"/>
          <a:ext cx="5529349" cy="1666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802734837"/>
                    </a:ext>
                  </a:extLst>
                </a:gridCol>
                <a:gridCol w="4172989">
                  <a:extLst>
                    <a:ext uri="{9D8B030D-6E8A-4147-A177-3AD203B41FA5}">
                      <a16:colId xmlns:a16="http://schemas.microsoft.com/office/drawing/2014/main" val="592619622"/>
                    </a:ext>
                  </a:extLst>
                </a:gridCol>
              </a:tblGrid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주요 공간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/>
                        <a:t>대피소 임시 공연장</a:t>
                      </a:r>
                      <a:endParaRPr lang="ko-KR" altLang="en-US" sz="10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732860"/>
                  </a:ext>
                </a:extLst>
              </a:tr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주요 </a:t>
                      </a:r>
                      <a:r>
                        <a:rPr lang="en-US" altLang="ko-KR" sz="1000" b="1" smtClean="0"/>
                        <a:t>NPC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사회 풍자 스탠딩 코미디언 </a:t>
                      </a:r>
                      <a:r>
                        <a:rPr lang="en-US" altLang="ko-KR" sz="1000" smtClean="0"/>
                        <a:t>– ‘</a:t>
                      </a:r>
                      <a:r>
                        <a:rPr lang="ko-KR" altLang="en-US" sz="1000" smtClean="0"/>
                        <a:t>노 마이크 박</a:t>
                      </a:r>
                      <a:r>
                        <a:rPr lang="en-US" altLang="ko-KR" sz="1000" smtClean="0"/>
                        <a:t>’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191507"/>
                  </a:ext>
                </a:extLst>
              </a:tr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핵심 플레이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티켓 구매 → 입장 거부 → 변장 → 공연 관람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665038"/>
                  </a:ext>
                </a:extLst>
              </a:tr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핵심 주제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높은 등급자 특혜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선의관리국 풍자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차한해에게 전가되는 책임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524923"/>
                  </a:ext>
                </a:extLst>
              </a:tr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발동 시점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선의 등급제와 고등급자 특혜에 대한 사회적 불만이 커진 이후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235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2811" y="3770504"/>
            <a:ext cx="13563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/>
              <a:t>컨셉</a:t>
            </a:r>
            <a:endParaRPr lang="ko-KR" altLang="en-US" sz="1500" b="1"/>
          </a:p>
        </p:txBody>
      </p:sp>
      <p:sp>
        <p:nvSpPr>
          <p:cNvPr id="6" name="TextBox 5"/>
          <p:cNvSpPr txBox="1"/>
          <p:nvPr/>
        </p:nvSpPr>
        <p:spPr>
          <a:xfrm>
            <a:off x="322811" y="4229352"/>
            <a:ext cx="11115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붕괴된 사회 속에서</a:t>
            </a:r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1955182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289</Words>
  <Application>Microsoft Office PowerPoint</Application>
  <PresentationFormat>와이드스크린</PresentationFormat>
  <Paragraphs>70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게임 화면</vt:lpstr>
      <vt:lpstr>Unity와 Unreal의 일반화</vt:lpstr>
      <vt:lpstr>PowerPoint 프레젠테이션</vt:lpstr>
      <vt:lpstr>퀘스트 = 유저에게 할 일을 주는 것</vt:lpstr>
      <vt:lpstr>공간 대여</vt:lpstr>
      <vt:lpstr>PowerPoint 프레젠테이션</vt:lpstr>
      <vt:lpstr>가상의 피규어</vt:lpstr>
      <vt:lpstr>PowerPoint 프레젠테이션</vt:lpstr>
      <vt:lpstr>할 일</vt:lpstr>
      <vt:lpstr>장소</vt:lpstr>
      <vt:lpstr>공간 대여형 서브 퀘스트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화면</dc:title>
  <dc:creator>FullName</dc:creator>
  <cp:lastModifiedBy>FullName</cp:lastModifiedBy>
  <cp:revision>5</cp:revision>
  <dcterms:created xsi:type="dcterms:W3CDTF">2026-06-30T04:57:23Z</dcterms:created>
  <dcterms:modified xsi:type="dcterms:W3CDTF">2026-07-01T04:58:04Z</dcterms:modified>
</cp:coreProperties>
</file>