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35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59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93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053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862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391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90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15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9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812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00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626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940FA-BFFD-43EE-BC18-DBF561F34C4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9F10C-79E3-4AD7-9F05-747595A3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 화면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네모난 영역에서 벗어나지 않는다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아직은 </a:t>
            </a:r>
            <a:r>
              <a:rPr lang="en-US" altLang="ko-KR" smtClean="0"/>
              <a:t>VR </a:t>
            </a:r>
            <a:r>
              <a:rPr lang="ko-KR" altLang="en-US" smtClean="0"/>
              <a:t>게임 마저도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en-US" altLang="ko-KR" smtClean="0"/>
              <a:t>Quest =&gt; </a:t>
            </a:r>
            <a:r>
              <a:rPr lang="ko-KR" altLang="en-US" smtClean="0"/>
              <a:t>네모난 영역 안에서 할 일을 준다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en-US" altLang="ko-KR" smtClean="0"/>
              <a:t>[Game Engine] </a:t>
            </a:r>
            <a:r>
              <a:rPr lang="ko-KR" altLang="en-US" smtClean="0"/>
              <a:t>에서 무엇을 할 수 있는 지 알고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그걸 퀘스트를 만들 때 활용해야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옛날에는 자체 엔진도 많았고</a:t>
            </a:r>
            <a:r>
              <a:rPr lang="en-US" altLang="ko-KR" smtClean="0"/>
              <a:t>, </a:t>
            </a:r>
            <a:r>
              <a:rPr lang="ko-KR" altLang="en-US" smtClean="0"/>
              <a:t>직접 뜯어보면서 공부해야 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요새는 </a:t>
            </a:r>
            <a:r>
              <a:rPr lang="en-US" altLang="ko-KR" smtClean="0"/>
              <a:t>Unity, Unreal</a:t>
            </a:r>
            <a:r>
              <a:rPr lang="ko-KR" altLang="en-US" smtClean="0"/>
              <a:t>이 대세고</a:t>
            </a:r>
            <a:r>
              <a:rPr lang="en-US" altLang="ko-KR" smtClean="0"/>
              <a:t>,</a:t>
            </a:r>
            <a:r>
              <a:rPr lang="ko-KR" altLang="en-US" smtClean="0"/>
              <a:t> </a:t>
            </a:r>
            <a:r>
              <a:rPr lang="en-US" altLang="ko-KR" smtClean="0"/>
              <a:t>AI</a:t>
            </a:r>
            <a:r>
              <a:rPr lang="ko-KR" altLang="en-US" smtClean="0"/>
              <a:t>로 정리해서 공부할 수 있다</a:t>
            </a:r>
            <a:r>
              <a:rPr lang="en-US" altLang="ko-KR" smtClean="0"/>
              <a:t>.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5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Unity</a:t>
            </a:r>
            <a:r>
              <a:rPr lang="ko-KR" altLang="en-US" smtClean="0"/>
              <a:t>와 </a:t>
            </a:r>
            <a:r>
              <a:rPr lang="en-US" altLang="ko-KR" smtClean="0"/>
              <a:t>Unreal</a:t>
            </a:r>
            <a:r>
              <a:rPr lang="ko-KR" altLang="en-US" smtClean="0"/>
              <a:t>의 일반화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mtClean="0"/>
              <a:t>이로 인해 구현의 상상력이 많이 줄었다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정규 </a:t>
            </a:r>
            <a:r>
              <a:rPr lang="en-US" altLang="ko-KR" smtClean="0"/>
              <a:t>/ </a:t>
            </a:r>
            <a:r>
              <a:rPr lang="ko-KR" altLang="en-US" smtClean="0"/>
              <a:t>정석 대로만 하려고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힐 </a:t>
            </a:r>
            <a:r>
              <a:rPr lang="en-US" altLang="ko-KR" smtClean="0"/>
              <a:t>=&gt; </a:t>
            </a:r>
            <a:r>
              <a:rPr lang="ko-KR" altLang="en-US" smtClean="0"/>
              <a:t>아군에게만 가능</a:t>
            </a:r>
            <a:endParaRPr lang="en-US" altLang="ko-KR" smtClean="0"/>
          </a:p>
          <a:p>
            <a:r>
              <a:rPr lang="en-US" altLang="ko-KR" smtClean="0"/>
              <a:t>But </a:t>
            </a:r>
            <a:r>
              <a:rPr lang="ko-KR" altLang="en-US" smtClean="0"/>
              <a:t>현실에서 의사는 적군이든 동물이든 살려낼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퀘스트에서 빠지지 않는 </a:t>
            </a:r>
            <a:r>
              <a:rPr lang="en-US" altLang="ko-KR" smtClean="0"/>
              <a:t>3</a:t>
            </a:r>
            <a:r>
              <a:rPr lang="ko-KR" altLang="en-US" smtClean="0"/>
              <a:t>가지</a:t>
            </a:r>
            <a:endParaRPr lang="en-US" altLang="ko-KR" smtClean="0"/>
          </a:p>
          <a:p>
            <a:pPr lvl="1"/>
            <a:r>
              <a:rPr lang="ko-KR" altLang="en-US" smtClean="0"/>
              <a:t>대화 해라</a:t>
            </a:r>
            <a:endParaRPr lang="en-US" altLang="ko-KR" smtClean="0"/>
          </a:p>
          <a:p>
            <a:pPr lvl="1"/>
            <a:r>
              <a:rPr lang="en-US" altLang="ko-KR" smtClean="0"/>
              <a:t>Battle </a:t>
            </a:r>
            <a:r>
              <a:rPr lang="ko-KR" altLang="en-US" smtClean="0"/>
              <a:t>해서 몬스터 죽여라</a:t>
            </a:r>
            <a:endParaRPr lang="en-US" altLang="ko-KR" smtClean="0"/>
          </a:p>
          <a:p>
            <a:pPr lvl="1"/>
            <a:r>
              <a:rPr lang="en-US" altLang="ko-KR" smtClean="0"/>
              <a:t>Item </a:t>
            </a:r>
            <a:r>
              <a:rPr lang="ko-KR" altLang="en-US" smtClean="0"/>
              <a:t>가져와라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게임은 정답이 없다</a:t>
            </a:r>
            <a:r>
              <a:rPr lang="en-US" altLang="ko-KR" smtClean="0"/>
              <a:t>. </a:t>
            </a:r>
            <a:r>
              <a:rPr lang="ko-KR" altLang="en-US" smtClean="0"/>
              <a:t>그러니 이런 </a:t>
            </a:r>
            <a:r>
              <a:rPr lang="en-US" altLang="ko-KR" smtClean="0"/>
              <a:t>‘</a:t>
            </a:r>
            <a:r>
              <a:rPr lang="ko-KR" altLang="en-US" smtClean="0"/>
              <a:t>정답들</a:t>
            </a:r>
            <a:r>
              <a:rPr lang="en-US" altLang="ko-KR" smtClean="0"/>
              <a:t>’</a:t>
            </a:r>
            <a:r>
              <a:rPr lang="ko-KR" altLang="en-US" smtClean="0"/>
              <a:t>에서 벗어나는 것들을 만들어볼 수 있다면 좋을 것 같다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게임의 본질적인 가치는 </a:t>
            </a:r>
            <a:r>
              <a:rPr lang="en-US" altLang="ko-KR" smtClean="0"/>
              <a:t>‘</a:t>
            </a:r>
            <a:r>
              <a:rPr lang="ko-KR" altLang="en-US" smtClean="0"/>
              <a:t>재미</a:t>
            </a:r>
            <a:r>
              <a:rPr lang="en-US" altLang="ko-KR" smtClean="0"/>
              <a:t>’</a:t>
            </a:r>
            <a:r>
              <a:rPr lang="ko-KR" altLang="en-US" smtClean="0"/>
              <a:t>이므로</a:t>
            </a:r>
            <a:r>
              <a:rPr lang="en-US" altLang="ko-KR" smtClean="0"/>
              <a:t>. ‘</a:t>
            </a:r>
            <a:r>
              <a:rPr lang="ko-KR" altLang="en-US" smtClean="0"/>
              <a:t>재밌기만 하면 된다</a:t>
            </a:r>
            <a:r>
              <a:rPr lang="en-US" altLang="ko-KR" smtClean="0"/>
              <a:t>.’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659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21" y="378757"/>
            <a:ext cx="11566358" cy="61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7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= </a:t>
            </a:r>
            <a:r>
              <a:rPr lang="ko-KR" altLang="en-US" smtClean="0"/>
              <a:t>유저에게 할 일을 주는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mtClean="0"/>
              <a:t>To do list</a:t>
            </a:r>
          </a:p>
          <a:p>
            <a:endParaRPr lang="en-US" altLang="ko-KR"/>
          </a:p>
          <a:p>
            <a:r>
              <a:rPr lang="ko-KR" altLang="en-US" smtClean="0"/>
              <a:t>게임을 통해 우리는 </a:t>
            </a:r>
            <a:r>
              <a:rPr lang="en-US" altLang="ko-KR" smtClean="0"/>
              <a:t>‘</a:t>
            </a:r>
            <a:r>
              <a:rPr lang="ko-KR" altLang="en-US" smtClean="0"/>
              <a:t>또 다른 세상으로의 여행</a:t>
            </a:r>
            <a:r>
              <a:rPr lang="en-US" altLang="ko-KR" smtClean="0"/>
              <a:t>＇</a:t>
            </a:r>
            <a:r>
              <a:rPr lang="ko-KR" altLang="en-US" smtClean="0"/>
              <a:t>을 할 수도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선생님의 퀘스트 예시</a:t>
            </a:r>
            <a:endParaRPr lang="en-US" altLang="ko-KR" smtClean="0"/>
          </a:p>
          <a:p>
            <a:r>
              <a:rPr lang="ko-KR" altLang="en-US" smtClean="0"/>
              <a:t>할로윈 이벤트 </a:t>
            </a:r>
            <a:r>
              <a:rPr lang="en-US" altLang="ko-KR" smtClean="0"/>
              <a:t>- </a:t>
            </a:r>
            <a:r>
              <a:rPr lang="ko-KR" altLang="en-US" smtClean="0"/>
              <a:t>필리핀 </a:t>
            </a:r>
            <a:r>
              <a:rPr lang="en-US" altLang="ko-KR" smtClean="0"/>
              <a:t>‘</a:t>
            </a:r>
            <a:r>
              <a:rPr lang="ko-KR" altLang="en-US" smtClean="0"/>
              <a:t>댄스 파티</a:t>
            </a:r>
            <a:r>
              <a:rPr lang="en-US" altLang="ko-KR" smtClean="0"/>
              <a:t>‘</a:t>
            </a:r>
          </a:p>
          <a:p>
            <a:pPr lvl="1"/>
            <a:r>
              <a:rPr lang="ko-KR" altLang="en-US" smtClean="0"/>
              <a:t>몬스터를 잡아서 아이템 개수만큼 파티복을 주고</a:t>
            </a:r>
            <a:r>
              <a:rPr lang="en-US" altLang="ko-KR" smtClean="0"/>
              <a:t>,</a:t>
            </a:r>
          </a:p>
          <a:p>
            <a:pPr lvl="1"/>
            <a:r>
              <a:rPr lang="en-US" altLang="ko-KR" smtClean="0"/>
              <a:t>GM</a:t>
            </a:r>
            <a:r>
              <a:rPr lang="ko-KR" altLang="en-US" smtClean="0"/>
              <a:t>에게서 초대장을 받아서 무도회장으로 들어갈 수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무도회장의 인원수는 제한돼있다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공간을 대여하는 방식의 퀘스트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2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공간 대여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개발자들이 얼마나 멋지고 아름다운 배경을 만들었는 지에 따라서 그 공간이 가지는 가치가 달라진다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그러면 플레이어들에게 단 둘</a:t>
            </a:r>
            <a:r>
              <a:rPr lang="en-US" altLang="ko-KR" smtClean="0"/>
              <a:t>, </a:t>
            </a:r>
            <a:r>
              <a:rPr lang="ko-KR" altLang="en-US" smtClean="0"/>
              <a:t>혹은 </a:t>
            </a:r>
            <a:r>
              <a:rPr lang="en-US" altLang="ko-KR" smtClean="0"/>
              <a:t>10</a:t>
            </a:r>
            <a:r>
              <a:rPr lang="ko-KR" altLang="en-US" smtClean="0"/>
              <a:t>명 이상의 사람들이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그들끼리만 있는 공간을 가지는 경험을 할 수 있게 할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SNG </a:t>
            </a:r>
            <a:r>
              <a:rPr lang="ko-KR" altLang="en-US" smtClean="0"/>
              <a:t>소셜 네트워크 게임</a:t>
            </a:r>
            <a:endParaRPr lang="en-US" altLang="ko-KR"/>
          </a:p>
          <a:p>
            <a:r>
              <a:rPr lang="ko-KR" altLang="en-US" smtClean="0"/>
              <a:t>마이홈 시스템</a:t>
            </a:r>
            <a:r>
              <a:rPr lang="en-US" altLang="ko-KR" smtClean="0"/>
              <a:t>, </a:t>
            </a:r>
            <a:r>
              <a:rPr lang="ko-KR" altLang="en-US" smtClean="0"/>
              <a:t>친구를 자신의 집으로 초대하는 것이 대박 쳤다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공간이 가지는 힘이 매우 대단하다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그러니 잘 활용해보자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175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75" y="92509"/>
            <a:ext cx="9545050" cy="667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2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가상의 피규어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디지털 피규어</a:t>
            </a:r>
            <a:endParaRPr lang="en-US" altLang="ko-KR" smtClean="0"/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028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137160"/>
            <a:ext cx="9448798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54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201</Words>
  <Application>Microsoft Office PowerPoint</Application>
  <PresentationFormat>와이드스크린</PresentationFormat>
  <Paragraphs>45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게임 화면</vt:lpstr>
      <vt:lpstr>Unity와 Unreal의 일반화</vt:lpstr>
      <vt:lpstr>PowerPoint 프레젠테이션</vt:lpstr>
      <vt:lpstr>퀘스트 = 유저에게 할 일을 주는 것</vt:lpstr>
      <vt:lpstr>공간 대여</vt:lpstr>
      <vt:lpstr>PowerPoint 프레젠테이션</vt:lpstr>
      <vt:lpstr>가상의 피규어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 화면</dc:title>
  <dc:creator>FullName</dc:creator>
  <cp:lastModifiedBy>FullName</cp:lastModifiedBy>
  <cp:revision>4</cp:revision>
  <dcterms:created xsi:type="dcterms:W3CDTF">2026-06-30T04:57:23Z</dcterms:created>
  <dcterms:modified xsi:type="dcterms:W3CDTF">2026-06-30T06:49:09Z</dcterms:modified>
</cp:coreProperties>
</file>