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9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577D"/>
    <a:srgbClr val="84BFE9"/>
    <a:srgbClr val="08BBB7"/>
    <a:srgbClr val="F2BB54"/>
    <a:srgbClr val="D138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671C9C-2838-4162-B2CB-85860C8C966E}" v="4" dt="2026-07-02T02:16:05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8" d="100"/>
          <a:sy n="58" d="100"/>
        </p:scale>
        <p:origin x="78" y="11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custSel addSld delSld modSld">
      <pc:chgData name="musukie52@gmail.com" userId="017bd91f96aa8751" providerId="LiveId" clId="{5B2C3894-F97E-4CAB-8812-5BB4D83AAC6A}" dt="2026-07-02T02:17:41.949" v="27" actId="47"/>
      <pc:docMkLst>
        <pc:docMk/>
      </pc:docMkLst>
      <pc:sldChg chg="del">
        <pc:chgData name="musukie52@gmail.com" userId="017bd91f96aa8751" providerId="LiveId" clId="{5B2C3894-F97E-4CAB-8812-5BB4D83AAC6A}" dt="2026-07-02T02:17:41.949" v="27" actId="47"/>
        <pc:sldMkLst>
          <pc:docMk/>
          <pc:sldMk cId="1106946743" sldId="266"/>
        </pc:sldMkLst>
      </pc:sldChg>
      <pc:sldChg chg="del">
        <pc:chgData name="musukie52@gmail.com" userId="017bd91f96aa8751" providerId="LiveId" clId="{5B2C3894-F97E-4CAB-8812-5BB4D83AAC6A}" dt="2026-07-02T02:17:41.457" v="26" actId="47"/>
        <pc:sldMkLst>
          <pc:docMk/>
          <pc:sldMk cId="2282664298" sldId="267"/>
        </pc:sldMkLst>
      </pc:sldChg>
      <pc:sldChg chg="del">
        <pc:chgData name="musukie52@gmail.com" userId="017bd91f96aa8751" providerId="LiveId" clId="{5B2C3894-F97E-4CAB-8812-5BB4D83AAC6A}" dt="2026-07-02T02:17:40.650" v="25" actId="47"/>
        <pc:sldMkLst>
          <pc:docMk/>
          <pc:sldMk cId="3247853843" sldId="268"/>
        </pc:sldMkLst>
      </pc:sldChg>
      <pc:sldChg chg="addSp delSp modSp new del mod">
        <pc:chgData name="musukie52@gmail.com" userId="017bd91f96aa8751" providerId="LiveId" clId="{5B2C3894-F97E-4CAB-8812-5BB4D83AAC6A}" dt="2026-07-02T02:17:36.502" v="24" actId="47"/>
        <pc:sldMkLst>
          <pc:docMk/>
          <pc:sldMk cId="3940169255" sldId="270"/>
        </pc:sldMkLst>
        <pc:spChg chg="del">
          <ac:chgData name="musukie52@gmail.com" userId="017bd91f96aa8751" providerId="LiveId" clId="{5B2C3894-F97E-4CAB-8812-5BB4D83AAC6A}" dt="2026-07-02T02:15:47.497" v="1" actId="478"/>
          <ac:spMkLst>
            <pc:docMk/>
            <pc:sldMk cId="3940169255" sldId="270"/>
            <ac:spMk id="2" creationId="{B797279A-8EA2-A5FC-DA1F-EBAB0EA290E7}"/>
          </ac:spMkLst>
        </pc:spChg>
        <pc:spChg chg="del">
          <ac:chgData name="musukie52@gmail.com" userId="017bd91f96aa8751" providerId="LiveId" clId="{5B2C3894-F97E-4CAB-8812-5BB4D83AAC6A}" dt="2026-07-02T02:15:47.497" v="1" actId="478"/>
          <ac:spMkLst>
            <pc:docMk/>
            <pc:sldMk cId="3940169255" sldId="270"/>
            <ac:spMk id="3" creationId="{CFE12BA5-82E6-1CB0-2B53-E9F648ACE8C8}"/>
          </ac:spMkLst>
        </pc:spChg>
        <pc:picChg chg="add del mod">
          <ac:chgData name="musukie52@gmail.com" userId="017bd91f96aa8751" providerId="LiveId" clId="{5B2C3894-F97E-4CAB-8812-5BB4D83AAC6A}" dt="2026-07-02T02:17:26.203" v="20" actId="478"/>
          <ac:picMkLst>
            <pc:docMk/>
            <pc:sldMk cId="3940169255" sldId="270"/>
            <ac:picMk id="4" creationId="{4A991024-97EC-9E90-D93E-8E27455EA43E}"/>
          </ac:picMkLst>
        </pc:picChg>
        <pc:picChg chg="add del mod">
          <ac:chgData name="musukie52@gmail.com" userId="017bd91f96aa8751" providerId="LiveId" clId="{5B2C3894-F97E-4CAB-8812-5BB4D83AAC6A}" dt="2026-07-02T02:17:33.519" v="23" actId="478"/>
          <ac:picMkLst>
            <pc:docMk/>
            <pc:sldMk cId="3940169255" sldId="270"/>
            <ac:picMk id="5" creationId="{27789DDA-0444-0FA9-D470-F215DDC6580B}"/>
          </ac:picMkLst>
        </pc:picChg>
        <pc:picChg chg="add del mod">
          <ac:chgData name="musukie52@gmail.com" userId="017bd91f96aa8751" providerId="LiveId" clId="{5B2C3894-F97E-4CAB-8812-5BB4D83AAC6A}" dt="2026-07-02T02:17:17.819" v="16" actId="478"/>
          <ac:picMkLst>
            <pc:docMk/>
            <pc:sldMk cId="3940169255" sldId="270"/>
            <ac:picMk id="6" creationId="{F3558131-7916-F185-8D7E-5855ADD46554}"/>
          </ac:picMkLst>
        </pc:picChg>
        <pc:picChg chg="add del mod">
          <ac:chgData name="musukie52@gmail.com" userId="017bd91f96aa8751" providerId="LiveId" clId="{5B2C3894-F97E-4CAB-8812-5BB4D83AAC6A}" dt="2026-07-02T02:17:03.985" v="12" actId="478"/>
          <ac:picMkLst>
            <pc:docMk/>
            <pc:sldMk cId="3940169255" sldId="270"/>
            <ac:picMk id="7" creationId="{007768CA-7BB5-FC1D-3E21-53F1A071880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EECF-A286-4451-B3E5-D3206A380227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691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EECF-A286-4451-B3E5-D3206A380227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167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EECF-A286-4451-B3E5-D3206A380227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242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EECF-A286-4451-B3E5-D3206A380227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78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EECF-A286-4451-B3E5-D3206A380227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406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EECF-A286-4451-B3E5-D3206A380227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507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EECF-A286-4451-B3E5-D3206A380227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142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EECF-A286-4451-B3E5-D3206A380227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927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EECF-A286-4451-B3E5-D3206A380227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274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EECF-A286-4451-B3E5-D3206A380227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111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EECF-A286-4451-B3E5-D3206A380227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751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9EECF-A286-4451-B3E5-D3206A380227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48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배경 구조물 </a:t>
            </a:r>
            <a:r>
              <a:rPr lang="en-US" altLang="ko-KR"/>
              <a:t>– </a:t>
            </a:r>
            <a:r>
              <a:rPr lang="ko-KR" altLang="en-US"/>
              <a:t>배경 모델러들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연출에 대한 부분도 생각해보기</a:t>
            </a:r>
            <a:endParaRPr lang="en-US" altLang="ko-KR" dirty="0"/>
          </a:p>
          <a:p>
            <a:pPr lvl="1"/>
            <a:r>
              <a:rPr lang="ko-KR" altLang="en-US" dirty="0"/>
              <a:t>이렇게 커다란 문이 이 작동 장치에 의해서 </a:t>
            </a:r>
            <a:r>
              <a:rPr lang="ko-KR" altLang="en-US" dirty="0" err="1"/>
              <a:t>열린다구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문이 열리면서 빛이 안에서 </a:t>
            </a:r>
            <a:r>
              <a:rPr lang="ko-KR" altLang="en-US" dirty="0" err="1"/>
              <a:t>새어나온다구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문제</a:t>
            </a:r>
            <a:r>
              <a:rPr lang="en-US" altLang="ko-KR" dirty="0"/>
              <a:t>(</a:t>
            </a:r>
            <a:r>
              <a:rPr lang="ko-KR" altLang="en-US" dirty="0"/>
              <a:t>퍼즐</a:t>
            </a:r>
            <a:r>
              <a:rPr lang="en-US" altLang="ko-KR" dirty="0"/>
              <a:t>)</a:t>
            </a:r>
            <a:r>
              <a:rPr lang="ko-KR" altLang="en-US" dirty="0"/>
              <a:t>의 유형을 배경 구조물에 대입해보기</a:t>
            </a:r>
            <a:endParaRPr lang="en-US" altLang="ko-KR" dirty="0"/>
          </a:p>
          <a:p>
            <a:r>
              <a:rPr lang="ko-KR" altLang="en-US" dirty="0"/>
              <a:t>라이브러리로 </a:t>
            </a:r>
            <a:r>
              <a:rPr lang="ko-KR" altLang="en-US" dirty="0" err="1"/>
              <a:t>만들어져있는</a:t>
            </a:r>
            <a:r>
              <a:rPr lang="ko-KR" altLang="en-US" dirty="0"/>
              <a:t> 것을 그 상황을 재연해보기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992" y="4379495"/>
            <a:ext cx="4957008" cy="247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59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상호작용 구조물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포트폴리오에 </a:t>
            </a:r>
            <a:r>
              <a:rPr lang="en-US" altLang="ko-KR"/>
              <a:t>1</a:t>
            </a:r>
            <a:r>
              <a:rPr lang="ko-KR" altLang="en-US"/>
              <a:t>개 이상 제시해야 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701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오늘 할 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아이디어 스케치</a:t>
            </a:r>
          </a:p>
        </p:txBody>
      </p:sp>
    </p:spTree>
    <p:extLst>
      <p:ext uri="{BB962C8B-B14F-4D97-AF65-F5344CB8AC3E}">
        <p14:creationId xmlns:p14="http://schemas.microsoft.com/office/powerpoint/2010/main" val="42649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E0F4E8"/>
              </a:clrFrom>
              <a:clrTo>
                <a:srgbClr val="E0F4E8">
                  <a:alpha val="0"/>
                </a:srgbClr>
              </a:clrTo>
            </a:clrChange>
          </a:blip>
          <a:srcRect l="1477" t="8307" r="4909"/>
          <a:stretch/>
        </p:blipFill>
        <p:spPr>
          <a:xfrm>
            <a:off x="847898" y="2344188"/>
            <a:ext cx="10124902" cy="2385753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47898" y="5558010"/>
            <a:ext cx="731520" cy="864524"/>
          </a:xfrm>
          <a:prstGeom prst="rect">
            <a:avLst/>
          </a:prstGeom>
          <a:solidFill>
            <a:srgbClr val="D138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297083" y="5474882"/>
            <a:ext cx="731520" cy="864524"/>
          </a:xfrm>
          <a:prstGeom prst="rect">
            <a:avLst/>
          </a:prstGeom>
          <a:solidFill>
            <a:srgbClr val="F2BB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627120" y="5383441"/>
            <a:ext cx="731520" cy="864524"/>
          </a:xfrm>
          <a:prstGeom prst="rect">
            <a:avLst/>
          </a:prstGeom>
          <a:solidFill>
            <a:srgbClr val="08BB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5145578" y="5383441"/>
            <a:ext cx="731520" cy="864524"/>
          </a:xfrm>
          <a:prstGeom prst="rect">
            <a:avLst/>
          </a:prstGeom>
          <a:solidFill>
            <a:srgbClr val="84B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6470073" y="5433318"/>
            <a:ext cx="731520" cy="864524"/>
          </a:xfrm>
          <a:prstGeom prst="rect">
            <a:avLst/>
          </a:prstGeom>
          <a:solidFill>
            <a:srgbClr val="A95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/>
              <a:t>색 참고</a:t>
            </a:r>
          </a:p>
        </p:txBody>
      </p:sp>
    </p:spTree>
    <p:extLst>
      <p:ext uri="{BB962C8B-B14F-4D97-AF65-F5344CB8AC3E}">
        <p14:creationId xmlns:p14="http://schemas.microsoft.com/office/powerpoint/2010/main" val="990596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재미있는 퀘스트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사람마다 </a:t>
            </a:r>
            <a:r>
              <a:rPr lang="en-US" altLang="ko-KR"/>
              <a:t>/ </a:t>
            </a:r>
            <a:r>
              <a:rPr lang="ko-KR" altLang="en-US"/>
              <a:t>개발자와 유저의 시선이</a:t>
            </a:r>
            <a:endParaRPr lang="en-US" altLang="ko-KR"/>
          </a:p>
          <a:p>
            <a:r>
              <a:rPr lang="ko-KR" altLang="en-US"/>
              <a:t>많이 다르다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2601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[</a:t>
            </a:r>
            <a:r>
              <a:rPr lang="ko-KR" altLang="en-US" sz="3200"/>
              <a:t>언차티드</a:t>
            </a:r>
            <a:r>
              <a:rPr lang="en-US" altLang="ko-KR" sz="3200"/>
              <a:t>4</a:t>
            </a:r>
            <a:r>
              <a:rPr lang="ko-KR" altLang="en-US" sz="3200"/>
              <a:t>챕터</a:t>
            </a:r>
            <a:r>
              <a:rPr lang="en-US" altLang="ko-KR" sz="3200"/>
              <a:t>1 </a:t>
            </a:r>
            <a:r>
              <a:rPr lang="ko-KR" altLang="en-US" sz="3200"/>
              <a:t>모험의 유혹</a:t>
            </a:r>
            <a:r>
              <a:rPr lang="en-US" altLang="ko-KR" sz="3200"/>
              <a:t>(</a:t>
            </a:r>
            <a:r>
              <a:rPr lang="ko-KR" altLang="en-US" sz="3200"/>
              <a:t>매우 어려움</a:t>
            </a:r>
            <a:r>
              <a:rPr lang="en-US" altLang="ko-KR" sz="3200"/>
              <a:t>)] – 4:15</a:t>
            </a:r>
            <a:r>
              <a:rPr lang="ko-KR" altLang="en-US" sz="3200"/>
              <a:t>부터</a:t>
            </a:r>
            <a:endParaRPr lang="en-US" altLang="ko-KR" sz="32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[</a:t>
            </a:r>
            <a:r>
              <a:rPr lang="ko-KR" altLang="en-US"/>
              <a:t>미쟝센</a:t>
            </a:r>
            <a:r>
              <a:rPr lang="en-US" altLang="ko-KR"/>
              <a:t>]</a:t>
            </a:r>
          </a:p>
          <a:p>
            <a:r>
              <a:rPr lang="ko-KR" altLang="en-US"/>
              <a:t>캐릭터 시선의 높이</a:t>
            </a:r>
            <a:endParaRPr lang="en-US" altLang="ko-KR"/>
          </a:p>
          <a:p>
            <a:pPr lvl="1"/>
            <a:r>
              <a:rPr lang="ko-KR" altLang="en-US"/>
              <a:t>수녀와 아이의 시선의 높이 차이</a:t>
            </a:r>
            <a:endParaRPr lang="en-US" altLang="ko-KR"/>
          </a:p>
          <a:p>
            <a:pPr lvl="1"/>
            <a:r>
              <a:rPr lang="ko-KR" altLang="en-US"/>
              <a:t>수녀가 아이의 이야기를 들어주겠다고 말은 하지만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이야기가 끝날 때까지 아이와 시선을 맞추지 않는다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/>
              <a:t>수녀는 아이의 말을 들어줄 마음이 없다는 것을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미쟝센을 통해 보여주는 것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558" y="4782506"/>
            <a:ext cx="3216442" cy="207549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220" y="1658616"/>
            <a:ext cx="1820779" cy="253290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1952" y="4922172"/>
            <a:ext cx="2077228" cy="193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682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/>
              <a:t>플레이와는 상관없지만 플레이어에게 긴장감을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주기 위해서 연출을 해주면 좋다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세계 최고 수준의 퀘스트</a:t>
            </a:r>
            <a:endParaRPr lang="en-US" altLang="ko-KR"/>
          </a:p>
          <a:p>
            <a:r>
              <a:rPr lang="en-US" altLang="ko-KR"/>
              <a:t>‘</a:t>
            </a:r>
            <a:r>
              <a:rPr lang="ko-KR" altLang="en-US"/>
              <a:t>넌 떨어지지 않아</a:t>
            </a:r>
            <a:r>
              <a:rPr lang="en-US" altLang="ko-KR"/>
              <a:t>. </a:t>
            </a:r>
            <a:r>
              <a:rPr lang="ko-KR" altLang="en-US"/>
              <a:t>멋지게 뛰어봐</a:t>
            </a:r>
            <a:r>
              <a:rPr lang="en-US" altLang="ko-KR"/>
              <a:t>!’</a:t>
            </a:r>
          </a:p>
          <a:p>
            <a:r>
              <a:rPr lang="ko-KR" altLang="en-US"/>
              <a:t>성장의 발돋움</a:t>
            </a:r>
            <a:endParaRPr lang="en-US" altLang="ko-KR"/>
          </a:p>
          <a:p>
            <a:r>
              <a:rPr lang="ko-KR" altLang="en-US"/>
              <a:t>다른 건물로 넘어가는 과정에서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주인공의 성장을 표현할 수 있다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(</a:t>
            </a:r>
            <a:r>
              <a:rPr lang="ko-KR" altLang="en-US"/>
              <a:t>교회 건물에서 다른 건물로 이동</a:t>
            </a:r>
            <a:r>
              <a:rPr lang="en-US" altLang="ko-KR"/>
              <a:t>)</a:t>
            </a:r>
          </a:p>
          <a:p>
            <a:r>
              <a:rPr lang="ko-KR" altLang="en-US"/>
              <a:t>플레이라기보다는 </a:t>
            </a:r>
            <a:r>
              <a:rPr lang="ko-KR" altLang="en-US" b="1">
                <a:solidFill>
                  <a:srgbClr val="FF0000"/>
                </a:solidFill>
              </a:rPr>
              <a:t>이벤트 연출</a:t>
            </a:r>
            <a:r>
              <a:rPr lang="ko-KR" altLang="en-US"/>
              <a:t>이다</a:t>
            </a:r>
            <a:r>
              <a:rPr lang="en-US" altLang="ko-KR"/>
              <a:t>.</a:t>
            </a:r>
          </a:p>
          <a:p>
            <a:r>
              <a:rPr lang="ko-KR" altLang="en-US" b="1"/>
              <a:t>이벤트 연출</a:t>
            </a:r>
            <a:r>
              <a:rPr lang="ko-KR" altLang="en-US"/>
              <a:t>에는 실패가 없다</a:t>
            </a:r>
            <a:r>
              <a:rPr lang="en-US" altLang="ko-KR"/>
              <a:t>.</a:t>
            </a:r>
            <a:endParaRPr lang="ko-KR" altLang="en-US" b="1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7453" y="1690688"/>
            <a:ext cx="2494547" cy="3011308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200"/>
              <a:t>[</a:t>
            </a:r>
            <a:r>
              <a:rPr lang="ko-KR" altLang="en-US" sz="3200"/>
              <a:t>언차티드</a:t>
            </a:r>
            <a:r>
              <a:rPr lang="en-US" altLang="ko-KR" sz="3200"/>
              <a:t>4</a:t>
            </a:r>
            <a:r>
              <a:rPr lang="ko-KR" altLang="en-US" sz="3200"/>
              <a:t>챕터</a:t>
            </a:r>
            <a:r>
              <a:rPr lang="en-US" altLang="ko-KR" sz="3200"/>
              <a:t>1 </a:t>
            </a:r>
            <a:r>
              <a:rPr lang="ko-KR" altLang="en-US" sz="3200"/>
              <a:t>모험의 유혹</a:t>
            </a:r>
            <a:r>
              <a:rPr lang="en-US" altLang="ko-KR" sz="3200"/>
              <a:t>(</a:t>
            </a:r>
            <a:r>
              <a:rPr lang="ko-KR" altLang="en-US" sz="3200"/>
              <a:t>매우 어려움</a:t>
            </a:r>
            <a:r>
              <a:rPr lang="en-US" altLang="ko-KR" sz="3200"/>
              <a:t>)] – 4:15</a:t>
            </a:r>
            <a:r>
              <a:rPr lang="ko-KR" altLang="en-US" sz="3200"/>
              <a:t>부터</a:t>
            </a:r>
            <a:endParaRPr lang="en-US" altLang="ko-KR" sz="320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820" y="3924648"/>
            <a:ext cx="2667633" cy="291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028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걷는 타일의 속성마다 걷는 모션이 달라진다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학습의 난이도가 점점 올라간다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플레이어 캐릭터와 </a:t>
            </a:r>
            <a:r>
              <a:rPr lang="en-US" altLang="ko-KR"/>
              <a:t>NPC(</a:t>
            </a:r>
            <a:r>
              <a:rPr lang="ko-KR" altLang="en-US"/>
              <a:t>형</a:t>
            </a:r>
            <a:r>
              <a:rPr lang="en-US" altLang="ko-KR"/>
              <a:t>)</a:t>
            </a:r>
            <a:r>
              <a:rPr lang="ko-KR" altLang="en-US"/>
              <a:t>의 팔다리</a:t>
            </a:r>
            <a:r>
              <a:rPr lang="en-US" altLang="ko-KR"/>
              <a:t>,</a:t>
            </a:r>
            <a:br>
              <a:rPr lang="en-US" altLang="ko-KR"/>
            </a:br>
            <a:r>
              <a:rPr lang="ko-KR" altLang="en-US"/>
              <a:t>키 차이를 활용해서 난이도를 올리는 장면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NPC</a:t>
            </a:r>
            <a:r>
              <a:rPr lang="ko-KR" altLang="en-US"/>
              <a:t>의 모든 행동의 절차 수행 조건은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/>
              <a:t>PC</a:t>
            </a:r>
            <a:r>
              <a:rPr lang="ko-KR" altLang="en-US"/>
              <a:t>의 위치다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200"/>
              <a:t>[</a:t>
            </a:r>
            <a:r>
              <a:rPr lang="ko-KR" altLang="en-US" sz="3200"/>
              <a:t>언차티드</a:t>
            </a:r>
            <a:r>
              <a:rPr lang="en-US" altLang="ko-KR" sz="3200"/>
              <a:t>4</a:t>
            </a:r>
            <a:r>
              <a:rPr lang="ko-KR" altLang="en-US" sz="3200"/>
              <a:t>챕터</a:t>
            </a:r>
            <a:r>
              <a:rPr lang="en-US" altLang="ko-KR" sz="3200"/>
              <a:t>1 </a:t>
            </a:r>
            <a:r>
              <a:rPr lang="ko-KR" altLang="en-US" sz="3200"/>
              <a:t>모험의 유혹</a:t>
            </a:r>
            <a:r>
              <a:rPr lang="en-US" altLang="ko-KR" sz="3200"/>
              <a:t>(</a:t>
            </a:r>
            <a:r>
              <a:rPr lang="ko-KR" altLang="en-US" sz="3200"/>
              <a:t>매우 어려움</a:t>
            </a:r>
            <a:r>
              <a:rPr lang="en-US" altLang="ko-KR" sz="3200"/>
              <a:t>)] – 4:15</a:t>
            </a:r>
            <a:r>
              <a:rPr lang="ko-KR" altLang="en-US" sz="3200"/>
              <a:t>부터</a:t>
            </a:r>
            <a:endParaRPr lang="en-US" altLang="ko-KR" sz="320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7411" y="3685503"/>
            <a:ext cx="4034589" cy="317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642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825625"/>
            <a:ext cx="11277600" cy="4351338"/>
          </a:xfrm>
        </p:spPr>
        <p:txBody>
          <a:bodyPr/>
          <a:lstStyle/>
          <a:p>
            <a:r>
              <a:rPr lang="ko-KR" altLang="en-US"/>
              <a:t>이야기적인 보상</a:t>
            </a:r>
            <a:endParaRPr lang="en-US" altLang="ko-KR"/>
          </a:p>
          <a:p>
            <a:pPr lvl="1"/>
            <a:r>
              <a:rPr lang="ko-KR" altLang="en-US"/>
              <a:t>퀘스트 성공에 대해 다음 이야기에 대한 장면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이야기적인 상황과 플레이적인 상황을 명확하게 설계하도록 하자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200"/>
              <a:t>[</a:t>
            </a:r>
            <a:r>
              <a:rPr lang="ko-KR" altLang="en-US" sz="3200"/>
              <a:t>언차티드</a:t>
            </a:r>
            <a:r>
              <a:rPr lang="en-US" altLang="ko-KR" sz="3200"/>
              <a:t>4</a:t>
            </a:r>
            <a:r>
              <a:rPr lang="ko-KR" altLang="en-US" sz="3200"/>
              <a:t>챕터</a:t>
            </a:r>
            <a:r>
              <a:rPr lang="en-US" altLang="ko-KR" sz="3200"/>
              <a:t>1 </a:t>
            </a:r>
            <a:r>
              <a:rPr lang="ko-KR" altLang="en-US" sz="3200"/>
              <a:t>모험의 유혹</a:t>
            </a:r>
            <a:r>
              <a:rPr lang="en-US" altLang="ko-KR" sz="3200"/>
              <a:t>(</a:t>
            </a:r>
            <a:r>
              <a:rPr lang="ko-KR" altLang="en-US" sz="3200"/>
              <a:t>매우 어려움</a:t>
            </a:r>
            <a:r>
              <a:rPr lang="en-US" altLang="ko-KR" sz="3200"/>
              <a:t>)] – 4:15</a:t>
            </a:r>
            <a:r>
              <a:rPr lang="ko-KR" altLang="en-US" sz="3200"/>
              <a:t>부터</a:t>
            </a:r>
            <a:endParaRPr lang="en-US" altLang="ko-KR" sz="3200"/>
          </a:p>
        </p:txBody>
      </p:sp>
    </p:spTree>
    <p:extLst>
      <p:ext uri="{BB962C8B-B14F-4D97-AF65-F5344CB8AC3E}">
        <p14:creationId xmlns:p14="http://schemas.microsoft.com/office/powerpoint/2010/main" val="105233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/>
              <a:t>손맛을 제일 잘 만드는 회사 </a:t>
            </a:r>
            <a:r>
              <a:rPr lang="en-US" altLang="ko-KR"/>
              <a:t>=&gt; </a:t>
            </a:r>
            <a:r>
              <a:rPr lang="ko-KR" altLang="en-US"/>
              <a:t>닌텐도</a:t>
            </a:r>
            <a:endParaRPr lang="en-US" altLang="ko-KR"/>
          </a:p>
          <a:p>
            <a:pPr lvl="1"/>
            <a:r>
              <a:rPr lang="ko-KR" altLang="en-US"/>
              <a:t>폴리싱 작업 </a:t>
            </a:r>
            <a:r>
              <a:rPr lang="en-US" altLang="ko-KR"/>
              <a:t>: </a:t>
            </a:r>
            <a:r>
              <a:rPr lang="ko-KR" altLang="en-US"/>
              <a:t>키보드</a:t>
            </a:r>
            <a:r>
              <a:rPr lang="en-US" altLang="ko-KR"/>
              <a:t>.</a:t>
            </a:r>
            <a:r>
              <a:rPr lang="ko-KR" altLang="en-US"/>
              <a:t>마우스</a:t>
            </a:r>
            <a:r>
              <a:rPr lang="en-US" altLang="ko-KR"/>
              <a:t>.</a:t>
            </a:r>
            <a:r>
              <a:rPr lang="ko-KR" altLang="en-US"/>
              <a:t>패드가 닳도록 테스트하는 작업</a:t>
            </a:r>
            <a:r>
              <a:rPr lang="en-US" altLang="ko-KR"/>
              <a:t>.</a:t>
            </a:r>
            <a:br>
              <a:rPr lang="en-US" altLang="ko-KR"/>
            </a:br>
            <a:r>
              <a:rPr lang="ko-KR" altLang="en-US"/>
              <a:t>손맛을 다듬는 작업</a:t>
            </a:r>
            <a:r>
              <a:rPr lang="en-US" altLang="ko-KR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스토리텔링 경험</a:t>
            </a:r>
            <a:endParaRPr lang="en-US" altLang="ko-KR"/>
          </a:p>
          <a:p>
            <a:pPr lvl="1"/>
            <a:r>
              <a:rPr lang="ko-KR" altLang="en-US"/>
              <a:t>시네마틱</a:t>
            </a:r>
            <a:r>
              <a:rPr lang="en-US" altLang="ko-KR"/>
              <a:t>(</a:t>
            </a:r>
            <a:r>
              <a:rPr lang="ko-KR" altLang="en-US"/>
              <a:t>영화같은 장면</a:t>
            </a:r>
            <a:r>
              <a:rPr lang="en-US" altLang="ko-KR"/>
              <a:t>)</a:t>
            </a:r>
            <a:r>
              <a:rPr lang="ko-KR" altLang="en-US"/>
              <a:t>을 얼마나 상상할 수 있는가</a:t>
            </a:r>
            <a:endParaRPr lang="en-US" altLang="ko-KR"/>
          </a:p>
          <a:p>
            <a:pPr lvl="1"/>
            <a:r>
              <a:rPr lang="ko-KR" altLang="en-US"/>
              <a:t>캐릭터</a:t>
            </a:r>
            <a:r>
              <a:rPr lang="en-US" altLang="ko-KR"/>
              <a:t>.</a:t>
            </a:r>
            <a:r>
              <a:rPr lang="ko-KR" altLang="en-US"/>
              <a:t>아이템같은 배경의 소품들이 준비되어 있어야 한다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단순히 글자 정보가 아니라</a:t>
            </a:r>
            <a:r>
              <a:rPr lang="en-US" altLang="ko-KR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altLang="ko-KR"/>
          </a:p>
          <a:p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200"/>
              <a:t>뭐가 재밌지</a:t>
            </a:r>
            <a:r>
              <a:rPr lang="en-US" altLang="ko-KR" sz="32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28253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202</Words>
  <Application>Microsoft Office PowerPoint</Application>
  <PresentationFormat>와이드스크린</PresentationFormat>
  <Paragraphs>50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배경 구조물 – 배경 모델러들</vt:lpstr>
      <vt:lpstr>상호작용 구조물</vt:lpstr>
      <vt:lpstr>오늘 할 일</vt:lpstr>
      <vt:lpstr>색 참고</vt:lpstr>
      <vt:lpstr>재미있는 퀘스트</vt:lpstr>
      <vt:lpstr>[언차티드4챕터1 모험의 유혹(매우 어려움)] – 4:15부터</vt:lpstr>
      <vt:lpstr>[언차티드4챕터1 모험의 유혹(매우 어려움)] – 4:15부터</vt:lpstr>
      <vt:lpstr>[언차티드4챕터1 모험의 유혹(매우 어려움)] – 4:15부터</vt:lpstr>
      <vt:lpstr>[언차티드4챕터1 모험의 유혹(매우 어려움)] – 4:15부터</vt:lpstr>
      <vt:lpstr>뭐가 재밌지?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배경 구조물 – 배경 모델러들</dc:title>
  <dc:creator>FullName</dc:creator>
  <cp:lastModifiedBy>FullName</cp:lastModifiedBy>
  <cp:revision>6</cp:revision>
  <dcterms:created xsi:type="dcterms:W3CDTF">2026-07-01T04:57:40Z</dcterms:created>
  <dcterms:modified xsi:type="dcterms:W3CDTF">2026-07-02T06:45:17Z</dcterms:modified>
</cp:coreProperties>
</file>