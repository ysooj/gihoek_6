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ngesInfos/changesInfo1.xml" ContentType="application/vnd.ms-powerpoint.changesinfo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7" r:id="rId2"/>
    <p:sldId id="258" r:id="rId3"/>
    <p:sldId id="259" r:id="rId4"/>
    <p:sldId id="260" r:id="rId5"/>
    <p:sldId id="262" r:id="rId6"/>
    <p:sldId id="261" r:id="rId7"/>
    <p:sldId id="263" r:id="rId8"/>
    <p:sldId id="264" r:id="rId9"/>
    <p:sldId id="265" r:id="rId10"/>
    <p:sldId id="266" r:id="rId11"/>
    <p:sldId id="256" r:id="rId12"/>
    <p:sldId id="268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9AAB7"/>
    <a:srgbClr val="4272D2"/>
    <a:srgbClr val="49A5E3"/>
    <a:srgbClr val="F1B641"/>
    <a:srgbClr val="001F3E"/>
    <a:srgbClr val="30BE5C"/>
    <a:srgbClr val="EEC254"/>
    <a:srgbClr val="F9CE63"/>
    <a:srgbClr val="2ECC40"/>
    <a:srgbClr val="FADD6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3BE50A2-29DC-4297-8E02-EC89E67A5702}" v="2" dt="2026-06-26T02:26:57.65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340" autoAdjust="0"/>
    <p:restoredTop sz="94660"/>
  </p:normalViewPr>
  <p:slideViewPr>
    <p:cSldViewPr snapToGrid="0">
      <p:cViewPr>
        <p:scale>
          <a:sx n="100" d="100"/>
          <a:sy n="100" d="100"/>
        </p:scale>
        <p:origin x="948" y="2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sukie52@gmail.com" userId="017bd91f96aa8751" providerId="LiveId" clId="{5B2C3894-F97E-4CAB-8812-5BB4D83AAC6A}"/>
    <pc:docChg chg="undo custSel addSld delSld modSld">
      <pc:chgData name="musukie52@gmail.com" userId="017bd91f96aa8751" providerId="LiveId" clId="{5B2C3894-F97E-4CAB-8812-5BB4D83AAC6A}" dt="2026-06-26T02:34:44.838" v="158" actId="1076"/>
      <pc:docMkLst>
        <pc:docMk/>
      </pc:docMkLst>
      <pc:sldChg chg="addSp delSp modSp add mod setBg">
        <pc:chgData name="musukie52@gmail.com" userId="017bd91f96aa8751" providerId="LiveId" clId="{5B2C3894-F97E-4CAB-8812-5BB4D83AAC6A}" dt="2026-06-26T02:34:44.838" v="158" actId="1076"/>
        <pc:sldMkLst>
          <pc:docMk/>
          <pc:sldMk cId="0" sldId="256"/>
        </pc:sldMkLst>
        <pc:spChg chg="del">
          <ac:chgData name="musukie52@gmail.com" userId="017bd91f96aa8751" providerId="LiveId" clId="{5B2C3894-F97E-4CAB-8812-5BB4D83AAC6A}" dt="2026-06-26T02:26:34.068" v="31" actId="478"/>
          <ac:spMkLst>
            <pc:docMk/>
            <pc:sldMk cId="0" sldId="256"/>
            <ac:spMk id="3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2:23.741" v="112" actId="1076"/>
          <ac:spMkLst>
            <pc:docMk/>
            <pc:sldMk cId="0" sldId="256"/>
            <ac:spMk id="4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2:14.918" v="109" actId="14100"/>
          <ac:spMkLst>
            <pc:docMk/>
            <pc:sldMk cId="0" sldId="256"/>
            <ac:spMk id="5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1:52.906" v="105" actId="1076"/>
          <ac:spMkLst>
            <pc:docMk/>
            <pc:sldMk cId="0" sldId="256"/>
            <ac:spMk id="6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6-26T02:27:56.364" v="59" actId="478"/>
          <ac:spMkLst>
            <pc:docMk/>
            <pc:sldMk cId="0" sldId="256"/>
            <ac:spMk id="7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1:50.391" v="104" actId="1076"/>
          <ac:spMkLst>
            <pc:docMk/>
            <pc:sldMk cId="0" sldId="256"/>
            <ac:spMk id="8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1:50.391" v="104" actId="1076"/>
          <ac:spMkLst>
            <pc:docMk/>
            <pc:sldMk cId="0" sldId="256"/>
            <ac:spMk id="9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1:50.391" v="104" actId="1076"/>
          <ac:spMkLst>
            <pc:docMk/>
            <pc:sldMk cId="0" sldId="256"/>
            <ac:spMk id="10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29:29.023" v="74" actId="14100"/>
          <ac:spMkLst>
            <pc:docMk/>
            <pc:sldMk cId="0" sldId="256"/>
            <ac:spMk id="11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29:42.866" v="82" actId="1036"/>
          <ac:spMkLst>
            <pc:docMk/>
            <pc:sldMk cId="0" sldId="256"/>
            <ac:spMk id="12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28:30.264" v="65" actId="1076"/>
          <ac:spMkLst>
            <pc:docMk/>
            <pc:sldMk cId="0" sldId="256"/>
            <ac:spMk id="13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0:00.372" v="84" actId="1076"/>
          <ac:spMkLst>
            <pc:docMk/>
            <pc:sldMk cId="0" sldId="256"/>
            <ac:spMk id="14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1:50.391" v="104" actId="1076"/>
          <ac:spMkLst>
            <pc:docMk/>
            <pc:sldMk cId="0" sldId="256"/>
            <ac:spMk id="15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1:25.424" v="99" actId="1076"/>
          <ac:spMkLst>
            <pc:docMk/>
            <pc:sldMk cId="0" sldId="256"/>
            <ac:spMk id="17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29:29.023" v="74" actId="14100"/>
          <ac:spMkLst>
            <pc:docMk/>
            <pc:sldMk cId="0" sldId="256"/>
            <ac:spMk id="21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0:00.372" v="84" actId="1076"/>
          <ac:spMkLst>
            <pc:docMk/>
            <pc:sldMk cId="0" sldId="256"/>
            <ac:spMk id="22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28:30.264" v="65" actId="1076"/>
          <ac:spMkLst>
            <pc:docMk/>
            <pc:sldMk cId="0" sldId="256"/>
            <ac:spMk id="23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0:05.484" v="85" actId="1076"/>
          <ac:spMkLst>
            <pc:docMk/>
            <pc:sldMk cId="0" sldId="256"/>
            <ac:spMk id="24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1:28.989" v="100" actId="1076"/>
          <ac:spMkLst>
            <pc:docMk/>
            <pc:sldMk cId="0" sldId="256"/>
            <ac:spMk id="25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1:28.989" v="100" actId="1076"/>
          <ac:spMkLst>
            <pc:docMk/>
            <pc:sldMk cId="0" sldId="256"/>
            <ac:spMk id="27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1:50.391" v="104" actId="1076"/>
          <ac:spMkLst>
            <pc:docMk/>
            <pc:sldMk cId="0" sldId="256"/>
            <ac:spMk id="28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0:19.365" v="88" actId="1076"/>
          <ac:spMkLst>
            <pc:docMk/>
            <pc:sldMk cId="0" sldId="256"/>
            <ac:spMk id="30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0:00.372" v="84" actId="1076"/>
          <ac:spMkLst>
            <pc:docMk/>
            <pc:sldMk cId="0" sldId="256"/>
            <ac:spMk id="31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29:42.866" v="82" actId="1036"/>
          <ac:spMkLst>
            <pc:docMk/>
            <pc:sldMk cId="0" sldId="256"/>
            <ac:spMk id="32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0:00.372" v="84" actId="1076"/>
          <ac:spMkLst>
            <pc:docMk/>
            <pc:sldMk cId="0" sldId="256"/>
            <ac:spMk id="33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0:19.365" v="88" actId="1076"/>
          <ac:spMkLst>
            <pc:docMk/>
            <pc:sldMk cId="0" sldId="256"/>
            <ac:spMk id="34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1:50.391" v="104" actId="1076"/>
          <ac:spMkLst>
            <pc:docMk/>
            <pc:sldMk cId="0" sldId="256"/>
            <ac:spMk id="35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1:33.454" v="101" actId="1076"/>
          <ac:spMkLst>
            <pc:docMk/>
            <pc:sldMk cId="0" sldId="256"/>
            <ac:spMk id="37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3:54.706" v="139" actId="1076"/>
          <ac:spMkLst>
            <pc:docMk/>
            <pc:sldMk cId="0" sldId="256"/>
            <ac:spMk id="38" creationId="{00000000-0000-0000-0000-000000000000}"/>
          </ac:spMkLst>
        </pc:spChg>
        <pc:spChg chg="add del mod">
          <ac:chgData name="musukie52@gmail.com" userId="017bd91f96aa8751" providerId="LiveId" clId="{5B2C3894-F97E-4CAB-8812-5BB4D83AAC6A}" dt="2026-06-26T02:33:54.706" v="139" actId="1076"/>
          <ac:spMkLst>
            <pc:docMk/>
            <pc:sldMk cId="0" sldId="256"/>
            <ac:spMk id="40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0:54.324" v="94" actId="14100"/>
          <ac:spMkLst>
            <pc:docMk/>
            <pc:sldMk cId="0" sldId="256"/>
            <ac:spMk id="41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0:23.767" v="89" actId="1076"/>
          <ac:spMkLst>
            <pc:docMk/>
            <pc:sldMk cId="0" sldId="256"/>
            <ac:spMk id="42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0:23.767" v="89" actId="1076"/>
          <ac:spMkLst>
            <pc:docMk/>
            <pc:sldMk cId="0" sldId="256"/>
            <ac:spMk id="43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0:00.372" v="84" actId="1076"/>
          <ac:spMkLst>
            <pc:docMk/>
            <pc:sldMk cId="0" sldId="256"/>
            <ac:spMk id="45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0:19.365" v="88" actId="1076"/>
          <ac:spMkLst>
            <pc:docMk/>
            <pc:sldMk cId="0" sldId="256"/>
            <ac:spMk id="46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28:30.264" v="65" actId="1076"/>
          <ac:spMkLst>
            <pc:docMk/>
            <pc:sldMk cId="0" sldId="256"/>
            <ac:spMk id="47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1:50.391" v="104" actId="1076"/>
          <ac:spMkLst>
            <pc:docMk/>
            <pc:sldMk cId="0" sldId="256"/>
            <ac:spMk id="48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1:40.094" v="102" actId="1076"/>
          <ac:spMkLst>
            <pc:docMk/>
            <pc:sldMk cId="0" sldId="256"/>
            <ac:spMk id="49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1:40.094" v="102" actId="1076"/>
          <ac:spMkLst>
            <pc:docMk/>
            <pc:sldMk cId="0" sldId="256"/>
            <ac:spMk id="51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4:10.278" v="144" actId="1076"/>
          <ac:spMkLst>
            <pc:docMk/>
            <pc:sldMk cId="0" sldId="256"/>
            <ac:spMk id="52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4:10.278" v="144" actId="1076"/>
          <ac:spMkLst>
            <pc:docMk/>
            <pc:sldMk cId="0" sldId="256"/>
            <ac:spMk id="54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4:27.542" v="152" actId="1076"/>
          <ac:spMkLst>
            <pc:docMk/>
            <pc:sldMk cId="0" sldId="256"/>
            <ac:spMk id="55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4:27.542" v="152" actId="1076"/>
          <ac:spMkLst>
            <pc:docMk/>
            <pc:sldMk cId="0" sldId="256"/>
            <ac:spMk id="57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1:01.307" v="95" actId="1076"/>
          <ac:spMkLst>
            <pc:docMk/>
            <pc:sldMk cId="0" sldId="256"/>
            <ac:spMk id="58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1:01.307" v="95" actId="1076"/>
          <ac:spMkLst>
            <pc:docMk/>
            <pc:sldMk cId="0" sldId="256"/>
            <ac:spMk id="59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1:08.587" v="96" actId="14100"/>
          <ac:spMkLst>
            <pc:docMk/>
            <pc:sldMk cId="0" sldId="256"/>
            <ac:spMk id="60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1:01.307" v="95" actId="1076"/>
          <ac:spMkLst>
            <pc:docMk/>
            <pc:sldMk cId="0" sldId="256"/>
            <ac:spMk id="61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1:50.391" v="104" actId="1076"/>
          <ac:spMkLst>
            <pc:docMk/>
            <pc:sldMk cId="0" sldId="256"/>
            <ac:spMk id="62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1:01.307" v="95" actId="1076"/>
          <ac:spMkLst>
            <pc:docMk/>
            <pc:sldMk cId="0" sldId="256"/>
            <ac:spMk id="63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1:01.307" v="95" actId="1076"/>
          <ac:spMkLst>
            <pc:docMk/>
            <pc:sldMk cId="0" sldId="256"/>
            <ac:spMk id="64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1:50.391" v="104" actId="1076"/>
          <ac:spMkLst>
            <pc:docMk/>
            <pc:sldMk cId="0" sldId="256"/>
            <ac:spMk id="65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1:44.743" v="103" actId="1076"/>
          <ac:spMkLst>
            <pc:docMk/>
            <pc:sldMk cId="0" sldId="256"/>
            <ac:spMk id="67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4:44.838" v="158" actId="1076"/>
          <ac:spMkLst>
            <pc:docMk/>
            <pc:sldMk cId="0" sldId="256"/>
            <ac:spMk id="68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6-26T02:34:44.838" v="158" actId="1076"/>
          <ac:spMkLst>
            <pc:docMk/>
            <pc:sldMk cId="0" sldId="256"/>
            <ac:spMk id="70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6-26T02:26:30.823" v="30" actId="478"/>
          <ac:spMkLst>
            <pc:docMk/>
            <pc:sldMk cId="0" sldId="256"/>
            <ac:spMk id="71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6-26T02:26:30.823" v="30" actId="478"/>
          <ac:spMkLst>
            <pc:docMk/>
            <pc:sldMk cId="0" sldId="256"/>
            <ac:spMk id="73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6-26T02:26:30.823" v="30" actId="478"/>
          <ac:spMkLst>
            <pc:docMk/>
            <pc:sldMk cId="0" sldId="256"/>
            <ac:spMk id="74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6-26T02:26:30.823" v="30" actId="478"/>
          <ac:spMkLst>
            <pc:docMk/>
            <pc:sldMk cId="0" sldId="256"/>
            <ac:spMk id="75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6-26T02:26:30.823" v="30" actId="478"/>
          <ac:spMkLst>
            <pc:docMk/>
            <pc:sldMk cId="0" sldId="256"/>
            <ac:spMk id="76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6-26T02:26:30.823" v="30" actId="478"/>
          <ac:spMkLst>
            <pc:docMk/>
            <pc:sldMk cId="0" sldId="256"/>
            <ac:spMk id="77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6-26T02:26:30.823" v="30" actId="478"/>
          <ac:spMkLst>
            <pc:docMk/>
            <pc:sldMk cId="0" sldId="256"/>
            <ac:spMk id="78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6-26T02:26:30.823" v="30" actId="478"/>
          <ac:spMkLst>
            <pc:docMk/>
            <pc:sldMk cId="0" sldId="256"/>
            <ac:spMk id="79" creationId="{00000000-0000-0000-0000-000000000000}"/>
          </ac:spMkLst>
        </pc:spChg>
        <pc:spChg chg="del mod">
          <ac:chgData name="musukie52@gmail.com" userId="017bd91f96aa8751" providerId="LiveId" clId="{5B2C3894-F97E-4CAB-8812-5BB4D83AAC6A}" dt="2026-06-26T02:28:13.828" v="63" actId="478"/>
          <ac:spMkLst>
            <pc:docMk/>
            <pc:sldMk cId="0" sldId="256"/>
            <ac:spMk id="80" creationId="{00000000-0000-0000-0000-000000000000}"/>
          </ac:spMkLst>
        </pc:spChg>
        <pc:spChg chg="del mod">
          <ac:chgData name="musukie52@gmail.com" userId="017bd91f96aa8751" providerId="LiveId" clId="{5B2C3894-F97E-4CAB-8812-5BB4D83AAC6A}" dt="2026-06-26T02:28:13.828" v="63" actId="478"/>
          <ac:spMkLst>
            <pc:docMk/>
            <pc:sldMk cId="0" sldId="256"/>
            <ac:spMk id="82" creationId="{00000000-0000-0000-0000-000000000000}"/>
          </ac:spMkLst>
        </pc:spChg>
        <pc:spChg chg="del mod">
          <ac:chgData name="musukie52@gmail.com" userId="017bd91f96aa8751" providerId="LiveId" clId="{5B2C3894-F97E-4CAB-8812-5BB4D83AAC6A}" dt="2026-06-26T02:28:13.828" v="63" actId="478"/>
          <ac:spMkLst>
            <pc:docMk/>
            <pc:sldMk cId="0" sldId="256"/>
            <ac:spMk id="83" creationId="{00000000-0000-0000-0000-000000000000}"/>
          </ac:spMkLst>
        </pc:spChg>
        <pc:spChg chg="del mod">
          <ac:chgData name="musukie52@gmail.com" userId="017bd91f96aa8751" providerId="LiveId" clId="{5B2C3894-F97E-4CAB-8812-5BB4D83AAC6A}" dt="2026-06-26T02:28:13.828" v="63" actId="478"/>
          <ac:spMkLst>
            <pc:docMk/>
            <pc:sldMk cId="0" sldId="256"/>
            <ac:spMk id="84" creationId="{00000000-0000-0000-0000-000000000000}"/>
          </ac:spMkLst>
        </pc:spChg>
        <pc:spChg chg="del mod">
          <ac:chgData name="musukie52@gmail.com" userId="017bd91f96aa8751" providerId="LiveId" clId="{5B2C3894-F97E-4CAB-8812-5BB4D83AAC6A}" dt="2026-06-26T02:28:13.828" v="63" actId="478"/>
          <ac:spMkLst>
            <pc:docMk/>
            <pc:sldMk cId="0" sldId="256"/>
            <ac:spMk id="85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6-26T02:28:04.503" v="60" actId="478"/>
          <ac:spMkLst>
            <pc:docMk/>
            <pc:sldMk cId="0" sldId="256"/>
            <ac:spMk id="86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6-26T02:28:07.013" v="61" actId="478"/>
          <ac:spMkLst>
            <pc:docMk/>
            <pc:sldMk cId="0" sldId="256"/>
            <ac:spMk id="88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6-26T02:28:07.013" v="61" actId="478"/>
          <ac:spMkLst>
            <pc:docMk/>
            <pc:sldMk cId="0" sldId="256"/>
            <ac:spMk id="89" creationId="{00000000-0000-0000-0000-000000000000}"/>
          </ac:spMkLst>
        </pc:spChg>
        <pc:spChg chg="add del mod">
          <ac:chgData name="musukie52@gmail.com" userId="017bd91f96aa8751" providerId="LiveId" clId="{5B2C3894-F97E-4CAB-8812-5BB4D83AAC6A}" dt="2026-06-26T02:26:49.606" v="36" actId="478"/>
          <ac:spMkLst>
            <pc:docMk/>
            <pc:sldMk cId="0" sldId="256"/>
            <ac:spMk id="90" creationId="{958A85E8-DADC-18C1-8C75-C3A15112C29C}"/>
          </ac:spMkLst>
        </pc:spChg>
        <pc:spChg chg="add del mod">
          <ac:chgData name="musukie52@gmail.com" userId="017bd91f96aa8751" providerId="LiveId" clId="{5B2C3894-F97E-4CAB-8812-5BB4D83AAC6A}" dt="2026-06-26T02:34:24.990" v="151" actId="1076"/>
          <ac:spMkLst>
            <pc:docMk/>
            <pc:sldMk cId="0" sldId="256"/>
            <ac:spMk id="91" creationId="{3AB0D54F-59A7-F0A7-706C-4DF788184FC0}"/>
          </ac:spMkLst>
        </pc:spChg>
        <pc:spChg chg="add mod">
          <ac:chgData name="musukie52@gmail.com" userId="017bd91f96aa8751" providerId="LiveId" clId="{5B2C3894-F97E-4CAB-8812-5BB4D83AAC6A}" dt="2026-06-26T02:32:51.563" v="119" actId="14100"/>
          <ac:spMkLst>
            <pc:docMk/>
            <pc:sldMk cId="0" sldId="256"/>
            <ac:spMk id="93" creationId="{DD686290-5480-EBB0-9292-5BDA3981B40C}"/>
          </ac:spMkLst>
        </pc:spChg>
        <pc:spChg chg="add mod">
          <ac:chgData name="musukie52@gmail.com" userId="017bd91f96aa8751" providerId="LiveId" clId="{5B2C3894-F97E-4CAB-8812-5BB4D83AAC6A}" dt="2026-06-26T02:32:56.194" v="120" actId="14100"/>
          <ac:spMkLst>
            <pc:docMk/>
            <pc:sldMk cId="0" sldId="256"/>
            <ac:spMk id="95" creationId="{A64B4CA0-9690-A4EC-CD01-2B9546577CA9}"/>
          </ac:spMkLst>
        </pc:spChg>
        <pc:spChg chg="add mod">
          <ac:chgData name="musukie52@gmail.com" userId="017bd91f96aa8751" providerId="LiveId" clId="{5B2C3894-F97E-4CAB-8812-5BB4D83AAC6A}" dt="2026-06-26T02:33:07.948" v="123" actId="14100"/>
          <ac:spMkLst>
            <pc:docMk/>
            <pc:sldMk cId="0" sldId="256"/>
            <ac:spMk id="97" creationId="{31851C51-F4A7-E0D0-6487-C0BC66858C8B}"/>
          </ac:spMkLst>
        </pc:spChg>
        <pc:spChg chg="add mod">
          <ac:chgData name="musukie52@gmail.com" userId="017bd91f96aa8751" providerId="LiveId" clId="{5B2C3894-F97E-4CAB-8812-5BB4D83AAC6A}" dt="2026-06-26T02:33:27.212" v="128" actId="14100"/>
          <ac:spMkLst>
            <pc:docMk/>
            <pc:sldMk cId="0" sldId="256"/>
            <ac:spMk id="99" creationId="{B8D3322E-A930-D06D-B20F-9051D5C53C25}"/>
          </ac:spMkLst>
        </pc:spChg>
        <pc:spChg chg="add mod">
          <ac:chgData name="musukie52@gmail.com" userId="017bd91f96aa8751" providerId="LiveId" clId="{5B2C3894-F97E-4CAB-8812-5BB4D83AAC6A}" dt="2026-06-26T02:33:50.596" v="138" actId="1076"/>
          <ac:spMkLst>
            <pc:docMk/>
            <pc:sldMk cId="0" sldId="256"/>
            <ac:spMk id="101" creationId="{AC88A0E9-EC3F-D65D-1DAD-C6B1604786B1}"/>
          </ac:spMkLst>
        </pc:spChg>
        <pc:spChg chg="add mod">
          <ac:chgData name="musukie52@gmail.com" userId="017bd91f96aa8751" providerId="LiveId" clId="{5B2C3894-F97E-4CAB-8812-5BB4D83AAC6A}" dt="2026-06-26T02:34:06.534" v="143" actId="1076"/>
          <ac:spMkLst>
            <pc:docMk/>
            <pc:sldMk cId="0" sldId="256"/>
            <ac:spMk id="103" creationId="{288E2F80-8957-06A6-C284-DD3F4B8486A1}"/>
          </ac:spMkLst>
        </pc:spChg>
        <pc:spChg chg="add mod">
          <ac:chgData name="musukie52@gmail.com" userId="017bd91f96aa8751" providerId="LiveId" clId="{5B2C3894-F97E-4CAB-8812-5BB4D83AAC6A}" dt="2026-06-26T02:34:22.002" v="147" actId="1076"/>
          <ac:spMkLst>
            <pc:docMk/>
            <pc:sldMk cId="0" sldId="256"/>
            <ac:spMk id="105" creationId="{8A576445-D622-86BD-207E-CD4083D8E688}"/>
          </ac:spMkLst>
        </pc:spChg>
        <pc:spChg chg="add del">
          <ac:chgData name="musukie52@gmail.com" userId="017bd91f96aa8751" providerId="LiveId" clId="{5B2C3894-F97E-4CAB-8812-5BB4D83AAC6A}" dt="2026-06-26T02:34:31.852" v="155" actId="22"/>
          <ac:spMkLst>
            <pc:docMk/>
            <pc:sldMk cId="0" sldId="256"/>
            <ac:spMk id="107" creationId="{577DDCBE-36ED-449C-8925-FFAA03BA4DF3}"/>
          </ac:spMkLst>
        </pc:spChg>
        <pc:spChg chg="add mod">
          <ac:chgData name="musukie52@gmail.com" userId="017bd91f96aa8751" providerId="LiveId" clId="{5B2C3894-F97E-4CAB-8812-5BB4D83AAC6A}" dt="2026-06-26T02:34:39.379" v="157" actId="1076"/>
          <ac:spMkLst>
            <pc:docMk/>
            <pc:sldMk cId="0" sldId="256"/>
            <ac:spMk id="109" creationId="{E51EC4B1-34CE-C014-B5DC-04A9A2907C60}"/>
          </ac:spMkLst>
        </pc:spChg>
        <pc:picChg chg="add del">
          <ac:chgData name="musukie52@gmail.com" userId="017bd91f96aa8751" providerId="LiveId" clId="{5B2C3894-F97E-4CAB-8812-5BB4D83AAC6A}" dt="2026-06-26T02:26:51.334" v="37" actId="478"/>
          <ac:picMkLst>
            <pc:docMk/>
            <pc:sldMk cId="0" sldId="256"/>
            <ac:picMk id="2" creationId="{00000000-0000-0000-0000-000000000000}"/>
          </ac:picMkLst>
        </pc:picChg>
        <pc:picChg chg="mod">
          <ac:chgData name="musukie52@gmail.com" userId="017bd91f96aa8751" providerId="LiveId" clId="{5B2C3894-F97E-4CAB-8812-5BB4D83AAC6A}" dt="2026-06-26T02:31:25.424" v="99" actId="1076"/>
          <ac:picMkLst>
            <pc:docMk/>
            <pc:sldMk cId="0" sldId="256"/>
            <ac:picMk id="16" creationId="{00000000-0000-0000-0000-000000000000}"/>
          </ac:picMkLst>
        </pc:picChg>
        <pc:picChg chg="mod">
          <ac:chgData name="musukie52@gmail.com" userId="017bd91f96aa8751" providerId="LiveId" clId="{5B2C3894-F97E-4CAB-8812-5BB4D83AAC6A}" dt="2026-06-26T02:31:28.989" v="100" actId="1076"/>
          <ac:picMkLst>
            <pc:docMk/>
            <pc:sldMk cId="0" sldId="256"/>
            <ac:picMk id="26" creationId="{00000000-0000-0000-0000-000000000000}"/>
          </ac:picMkLst>
        </pc:picChg>
        <pc:picChg chg="mod">
          <ac:chgData name="musukie52@gmail.com" userId="017bd91f96aa8751" providerId="LiveId" clId="{5B2C3894-F97E-4CAB-8812-5BB4D83AAC6A}" dt="2026-06-26T02:31:33.454" v="101" actId="1076"/>
          <ac:picMkLst>
            <pc:docMk/>
            <pc:sldMk cId="0" sldId="256"/>
            <ac:picMk id="36" creationId="{00000000-0000-0000-0000-000000000000}"/>
          </ac:picMkLst>
        </pc:picChg>
        <pc:picChg chg="mod">
          <ac:chgData name="musukie52@gmail.com" userId="017bd91f96aa8751" providerId="LiveId" clId="{5B2C3894-F97E-4CAB-8812-5BB4D83AAC6A}" dt="2026-06-26T02:33:54.706" v="139" actId="1076"/>
          <ac:picMkLst>
            <pc:docMk/>
            <pc:sldMk cId="0" sldId="256"/>
            <ac:picMk id="39" creationId="{00000000-0000-0000-0000-000000000000}"/>
          </ac:picMkLst>
        </pc:picChg>
        <pc:picChg chg="mod">
          <ac:chgData name="musukie52@gmail.com" userId="017bd91f96aa8751" providerId="LiveId" clId="{5B2C3894-F97E-4CAB-8812-5BB4D83AAC6A}" dt="2026-06-26T02:29:01.081" v="70" actId="1076"/>
          <ac:picMkLst>
            <pc:docMk/>
            <pc:sldMk cId="0" sldId="256"/>
            <ac:picMk id="50" creationId="{00000000-0000-0000-0000-000000000000}"/>
          </ac:picMkLst>
        </pc:picChg>
        <pc:picChg chg="mod">
          <ac:chgData name="musukie52@gmail.com" userId="017bd91f96aa8751" providerId="LiveId" clId="{5B2C3894-F97E-4CAB-8812-5BB4D83AAC6A}" dt="2026-06-26T02:34:10.278" v="144" actId="1076"/>
          <ac:picMkLst>
            <pc:docMk/>
            <pc:sldMk cId="0" sldId="256"/>
            <ac:picMk id="53" creationId="{00000000-0000-0000-0000-000000000000}"/>
          </ac:picMkLst>
        </pc:picChg>
        <pc:picChg chg="mod">
          <ac:chgData name="musukie52@gmail.com" userId="017bd91f96aa8751" providerId="LiveId" clId="{5B2C3894-F97E-4CAB-8812-5BB4D83AAC6A}" dt="2026-06-26T02:34:27.542" v="152" actId="1076"/>
          <ac:picMkLst>
            <pc:docMk/>
            <pc:sldMk cId="0" sldId="256"/>
            <ac:picMk id="56" creationId="{00000000-0000-0000-0000-000000000000}"/>
          </ac:picMkLst>
        </pc:picChg>
        <pc:picChg chg="mod">
          <ac:chgData name="musukie52@gmail.com" userId="017bd91f96aa8751" providerId="LiveId" clId="{5B2C3894-F97E-4CAB-8812-5BB4D83AAC6A}" dt="2026-06-26T02:31:44.743" v="103" actId="1076"/>
          <ac:picMkLst>
            <pc:docMk/>
            <pc:sldMk cId="0" sldId="256"/>
            <ac:picMk id="66" creationId="{00000000-0000-0000-0000-000000000000}"/>
          </ac:picMkLst>
        </pc:picChg>
        <pc:picChg chg="mod">
          <ac:chgData name="musukie52@gmail.com" userId="017bd91f96aa8751" providerId="LiveId" clId="{5B2C3894-F97E-4CAB-8812-5BB4D83AAC6A}" dt="2026-06-26T02:34:44.838" v="158" actId="1076"/>
          <ac:picMkLst>
            <pc:docMk/>
            <pc:sldMk cId="0" sldId="256"/>
            <ac:picMk id="69" creationId="{00000000-0000-0000-0000-000000000000}"/>
          </ac:picMkLst>
        </pc:picChg>
        <pc:picChg chg="del">
          <ac:chgData name="musukie52@gmail.com" userId="017bd91f96aa8751" providerId="LiveId" clId="{5B2C3894-F97E-4CAB-8812-5BB4D83AAC6A}" dt="2026-06-26T02:26:30.823" v="30" actId="478"/>
          <ac:picMkLst>
            <pc:docMk/>
            <pc:sldMk cId="0" sldId="256"/>
            <ac:picMk id="72" creationId="{00000000-0000-0000-0000-000000000000}"/>
          </ac:picMkLst>
        </pc:picChg>
        <pc:picChg chg="del mod">
          <ac:chgData name="musukie52@gmail.com" userId="017bd91f96aa8751" providerId="LiveId" clId="{5B2C3894-F97E-4CAB-8812-5BB4D83AAC6A}" dt="2026-06-26T02:28:13.828" v="63" actId="478"/>
          <ac:picMkLst>
            <pc:docMk/>
            <pc:sldMk cId="0" sldId="256"/>
            <ac:picMk id="81" creationId="{00000000-0000-0000-0000-000000000000}"/>
          </ac:picMkLst>
        </pc:picChg>
        <pc:picChg chg="del">
          <ac:chgData name="musukie52@gmail.com" userId="017bd91f96aa8751" providerId="LiveId" clId="{5B2C3894-F97E-4CAB-8812-5BB4D83AAC6A}" dt="2026-06-26T02:28:07.013" v="61" actId="478"/>
          <ac:picMkLst>
            <pc:docMk/>
            <pc:sldMk cId="0" sldId="256"/>
            <ac:picMk id="87" creationId="{00000000-0000-0000-0000-000000000000}"/>
          </ac:picMkLst>
        </pc:picChg>
      </pc:sldChg>
      <pc:sldChg chg="new del">
        <pc:chgData name="musukie52@gmail.com" userId="017bd91f96aa8751" providerId="LiveId" clId="{5B2C3894-F97E-4CAB-8812-5BB4D83AAC6A}" dt="2026-06-26T02:25:59.857" v="2" actId="47"/>
        <pc:sldMkLst>
          <pc:docMk/>
          <pc:sldMk cId="2673330208" sldId="26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C976CA-8038-49F8-8388-1B4BA14804BB}" type="datetimeFigureOut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702B08-29FF-47D5-89D2-2BF9434A52E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2468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042FE-4416-471D-A7E5-903118B92285}" type="datetimeFigureOut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F1594-031D-47A0-8B46-892119D3B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726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042FE-4416-471D-A7E5-903118B92285}" type="datetimeFigureOut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F1594-031D-47A0-8B46-892119D3B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64780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042FE-4416-471D-A7E5-903118B92285}" type="datetimeFigureOut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F1594-031D-47A0-8B46-892119D3B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53322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042FE-4416-471D-A7E5-903118B92285}" type="datetimeFigureOut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F1594-031D-47A0-8B46-892119D3B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60185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042FE-4416-471D-A7E5-903118B92285}" type="datetimeFigureOut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F1594-031D-47A0-8B46-892119D3B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98180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042FE-4416-471D-A7E5-903118B92285}" type="datetimeFigureOut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F1594-031D-47A0-8B46-892119D3B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34564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042FE-4416-471D-A7E5-903118B92285}" type="datetimeFigureOut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F1594-031D-47A0-8B46-892119D3B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96118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042FE-4416-471D-A7E5-903118B92285}" type="datetimeFigureOut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F1594-031D-47A0-8B46-892119D3B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16418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042FE-4416-471D-A7E5-903118B92285}" type="datetimeFigureOut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F1594-031D-47A0-8B46-892119D3B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02393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042FE-4416-471D-A7E5-903118B92285}" type="datetimeFigureOut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F1594-031D-47A0-8B46-892119D3B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78143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7042FE-4416-471D-A7E5-903118B92285}" type="datetimeFigureOut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F1594-031D-47A0-8B46-892119D3B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40349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606188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7042FE-4416-471D-A7E5-903118B92285}" type="datetimeFigureOut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6F1594-031D-47A0-8B46-892119D3B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83745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수업 내용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될만한 퀘스트에 대해 설명</a:t>
            </a:r>
            <a:endParaRPr lang="en-US" altLang="ko-KR"/>
          </a:p>
          <a:p>
            <a:r>
              <a:rPr lang="ko-KR" altLang="en-US"/>
              <a:t>그래픽 디자이너분들께는 </a:t>
            </a:r>
            <a:r>
              <a:rPr lang="en-US" altLang="ko-KR"/>
              <a:t>– </a:t>
            </a:r>
            <a:r>
              <a:rPr lang="ko-KR" altLang="en-US"/>
              <a:t>상호작용 구조물</a:t>
            </a:r>
          </a:p>
        </p:txBody>
      </p:sp>
    </p:spTree>
    <p:extLst>
      <p:ext uri="{BB962C8B-B14F-4D97-AF65-F5344CB8AC3E}">
        <p14:creationId xmlns:p14="http://schemas.microsoft.com/office/powerpoint/2010/main" val="2190548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트리거에 대한 아이디어 스케치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/>
              <a:t>‘</a:t>
            </a:r>
            <a:r>
              <a:rPr lang="ko-KR" altLang="en-US"/>
              <a:t>어떤 것을 했니</a:t>
            </a:r>
            <a:r>
              <a:rPr lang="en-US" altLang="ko-KR"/>
              <a:t>?’</a:t>
            </a:r>
            <a:r>
              <a:rPr lang="ko-KR" altLang="en-US"/>
              <a:t>에 대해서</a:t>
            </a:r>
            <a:endParaRPr lang="en-US" altLang="ko-KR"/>
          </a:p>
          <a:p>
            <a:pPr lvl="1"/>
            <a:r>
              <a:rPr lang="en-US" altLang="ko-KR"/>
              <a:t>Yes </a:t>
            </a:r>
            <a:r>
              <a:rPr lang="ko-KR" altLang="en-US"/>
              <a:t>와 </a:t>
            </a:r>
            <a:r>
              <a:rPr lang="en-US" altLang="ko-KR"/>
              <a:t>No </a:t>
            </a:r>
            <a:r>
              <a:rPr lang="ko-KR" altLang="en-US"/>
              <a:t>에 대해서 각각 어떤 행동을 해야 할 지에 대해서 설계해야 한다</a:t>
            </a:r>
            <a:r>
              <a:rPr lang="en-US" altLang="ko-KR"/>
              <a:t>.</a:t>
            </a:r>
          </a:p>
          <a:p>
            <a:pPr lvl="1"/>
            <a:r>
              <a:rPr lang="ko-KR" altLang="en-US"/>
              <a:t>예</a:t>
            </a:r>
            <a:r>
              <a:rPr lang="en-US" altLang="ko-KR"/>
              <a:t>) </a:t>
            </a:r>
            <a:r>
              <a:rPr lang="ko-KR" altLang="en-US"/>
              <a:t>스위치 </a:t>
            </a:r>
            <a:r>
              <a:rPr lang="en-US" altLang="ko-KR"/>
              <a:t>On/Off</a:t>
            </a:r>
            <a:r>
              <a:rPr lang="ko-KR" altLang="en-US"/>
              <a:t>에 대해서 설계해야 한다</a:t>
            </a:r>
            <a:r>
              <a:rPr lang="en-US" altLang="ko-KR"/>
              <a:t>.</a:t>
            </a:r>
            <a:br>
              <a:rPr lang="en-US" altLang="ko-KR"/>
            </a:br>
            <a:r>
              <a:rPr lang="en-US" altLang="ko-KR"/>
              <a:t>     On </a:t>
            </a:r>
            <a:r>
              <a:rPr lang="ko-KR" altLang="en-US"/>
              <a:t>했을 때 불이 켜지고</a:t>
            </a:r>
            <a:r>
              <a:rPr lang="en-US" altLang="ko-KR"/>
              <a:t>, Off </a:t>
            </a:r>
            <a:r>
              <a:rPr lang="ko-KR" altLang="en-US"/>
              <a:t>했을 때 불이 꺼지는 건</a:t>
            </a:r>
            <a:r>
              <a:rPr lang="en-US" altLang="ko-KR"/>
              <a:t/>
            </a:r>
            <a:br>
              <a:rPr lang="en-US" altLang="ko-KR"/>
            </a:br>
            <a:r>
              <a:rPr lang="en-US" altLang="ko-KR"/>
              <a:t>	   =&gt; </a:t>
            </a:r>
            <a:r>
              <a:rPr lang="ko-KR" altLang="en-US"/>
              <a:t>작동의 결과일 뿐</a:t>
            </a:r>
            <a:r>
              <a:rPr lang="en-US" altLang="ko-KR"/>
              <a:t>. ‘</a:t>
            </a:r>
            <a:r>
              <a:rPr lang="ko-KR" altLang="en-US"/>
              <a:t>연출</a:t>
            </a:r>
            <a:r>
              <a:rPr lang="en-US" altLang="ko-KR"/>
              <a:t>＇</a:t>
            </a:r>
            <a:r>
              <a:rPr lang="ko-KR" altLang="en-US"/>
              <a:t>의 영역</a:t>
            </a:r>
            <a:endParaRPr lang="en-US" altLang="ko-KR"/>
          </a:p>
          <a:p>
            <a:pPr lvl="1"/>
            <a:r>
              <a:rPr lang="ko-KR" altLang="en-US"/>
              <a:t>즉</a:t>
            </a:r>
            <a:r>
              <a:rPr lang="en-US" altLang="ko-KR"/>
              <a:t>, </a:t>
            </a:r>
            <a:r>
              <a:rPr lang="ko-KR" altLang="en-US"/>
              <a:t>작동 했는지 안 했는 지에 대한 것을 설계하는 게 더 중요</a:t>
            </a:r>
            <a:r>
              <a:rPr lang="en-US" altLang="ko-KR"/>
              <a:t>!</a:t>
            </a:r>
          </a:p>
          <a:p>
            <a:endParaRPr lang="ko-KR" altLang="en-US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2463" y="1"/>
            <a:ext cx="2109537" cy="2134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37746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트리거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/>
              <a:t>Step 1 : </a:t>
            </a:r>
            <a:r>
              <a:rPr lang="ko-KR" altLang="en-US"/>
              <a:t>트리거 </a:t>
            </a:r>
            <a:r>
              <a:rPr lang="en-US" altLang="ko-KR"/>
              <a:t>On or Off </a:t>
            </a:r>
            <a:r>
              <a:rPr lang="ko-KR" altLang="en-US"/>
              <a:t>그래픽 스타일</a:t>
            </a:r>
            <a:endParaRPr lang="en-US" altLang="ko-KR"/>
          </a:p>
          <a:p>
            <a:r>
              <a:rPr lang="en-US" altLang="ko-KR"/>
              <a:t>Step 2 : On </a:t>
            </a:r>
            <a:r>
              <a:rPr lang="ko-KR" altLang="en-US"/>
              <a:t>↔ </a:t>
            </a:r>
            <a:r>
              <a:rPr lang="en-US" altLang="ko-KR"/>
              <a:t>Off </a:t>
            </a:r>
            <a:r>
              <a:rPr lang="ko-KR" altLang="en-US"/>
              <a:t>가능하게 할까</a:t>
            </a:r>
            <a:r>
              <a:rPr lang="en-US" altLang="ko-KR"/>
              <a:t>?</a:t>
            </a:r>
          </a:p>
          <a:p>
            <a:r>
              <a:rPr lang="en-US" altLang="ko-KR"/>
              <a:t>Step 3 : </a:t>
            </a:r>
            <a:r>
              <a:rPr lang="ko-KR" altLang="en-US"/>
              <a:t>한 번 </a:t>
            </a:r>
            <a:r>
              <a:rPr lang="en-US" altLang="ko-KR"/>
              <a:t>On or Off </a:t>
            </a:r>
            <a:r>
              <a:rPr lang="ko-KR" altLang="en-US"/>
              <a:t>한 번 하면 지속시킬까</a:t>
            </a:r>
            <a:r>
              <a:rPr lang="en-US" altLang="ko-KR"/>
              <a:t>?</a:t>
            </a:r>
          </a:p>
          <a:p>
            <a:endParaRPr lang="en-US" altLang="ko-KR"/>
          </a:p>
          <a:p>
            <a:r>
              <a:rPr lang="ko-KR" altLang="en-US"/>
              <a:t>플레이어 캐릭터의 수에 따라 트리거의 동작을 설계하는 것도 좋다</a:t>
            </a:r>
            <a:r>
              <a:rPr lang="en-US" altLang="ko-KR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04213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5347" y="181714"/>
            <a:ext cx="9641306" cy="6494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2846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트리거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발동 조건을 당긴다</a:t>
            </a:r>
            <a:r>
              <a:rPr lang="en-US" altLang="ko-KR"/>
              <a:t>, </a:t>
            </a:r>
            <a:r>
              <a:rPr lang="ko-KR" altLang="en-US"/>
              <a:t>누른다 같은 것도 있지만</a:t>
            </a:r>
            <a:endParaRPr lang="en-US" altLang="ko-KR"/>
          </a:p>
          <a:p>
            <a:r>
              <a:rPr lang="ko-KR" altLang="en-US"/>
              <a:t>장착한다도 있다</a:t>
            </a:r>
            <a:r>
              <a:rPr lang="en-US" altLang="ko-KR"/>
              <a:t>.</a:t>
            </a:r>
          </a:p>
          <a:p>
            <a:r>
              <a:rPr lang="ko-KR" altLang="en-US"/>
              <a:t>각각의 트리거에 대한 동작을 모두 같게 할 지</a:t>
            </a:r>
            <a:r>
              <a:rPr lang="en-US" altLang="ko-KR"/>
              <a:t>,</a:t>
            </a:r>
            <a:br>
              <a:rPr lang="en-US" altLang="ko-KR"/>
            </a:br>
            <a:r>
              <a:rPr lang="ko-KR" altLang="en-US"/>
              <a:t>모두 다르게 할 지에 대해서도 고민할 수 있다</a:t>
            </a:r>
            <a:r>
              <a:rPr lang="en-US" altLang="ko-KR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266302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1284" y="155219"/>
            <a:ext cx="9689432" cy="6547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36138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따라하기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4637" y="365125"/>
            <a:ext cx="4639163" cy="5751551"/>
          </a:xfrm>
          <a:prstGeom prst="rect">
            <a:avLst/>
          </a:prstGeom>
        </p:spPr>
      </p:pic>
      <p:sp>
        <p:nvSpPr>
          <p:cNvPr id="5" name="내용 개체 틀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ko-KR" altLang="en-US"/>
              <a:t>퀘스트 시놉시스</a:t>
            </a:r>
            <a:endParaRPr lang="en-US" altLang="ko-KR"/>
          </a:p>
          <a:p>
            <a:pPr marL="514350" indent="-514350">
              <a:buFont typeface="+mj-lt"/>
              <a:buAutoNum type="arabicPeriod"/>
            </a:pPr>
            <a:r>
              <a:rPr lang="ko-KR" altLang="en-US"/>
              <a:t>퀘스트 진행 전개 도면</a:t>
            </a:r>
            <a:endParaRPr lang="en-US" altLang="ko-KR"/>
          </a:p>
          <a:p>
            <a:pPr marL="514350" indent="-514350">
              <a:buFont typeface="+mj-lt"/>
              <a:buAutoNum type="arabicPeriod"/>
            </a:pPr>
            <a:endParaRPr lang="en-US" altLang="ko-KR"/>
          </a:p>
          <a:p>
            <a:r>
              <a:rPr lang="ko-KR" altLang="en-US"/>
              <a:t>인포그래픽</a:t>
            </a:r>
          </a:p>
        </p:txBody>
      </p:sp>
    </p:spTree>
    <p:extLst>
      <p:ext uri="{BB962C8B-B14F-4D97-AF65-F5344CB8AC3E}">
        <p14:creationId xmlns:p14="http://schemas.microsoft.com/office/powerpoint/2010/main" val="27994229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9500" y="255453"/>
            <a:ext cx="4953000" cy="6347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04916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000"/>
              <a:t>퀘스트 시놉시스 </a:t>
            </a:r>
            <a:r>
              <a:rPr lang="en-US" altLang="ko-KR" sz="4000"/>
              <a:t>– </a:t>
            </a:r>
            <a:r>
              <a:rPr lang="ko-KR" altLang="en-US" sz="4000"/>
              <a:t>다 하면 </a:t>
            </a:r>
            <a:r>
              <a:rPr lang="en-US" altLang="ko-KR" sz="4000"/>
              <a:t>‘</a:t>
            </a:r>
            <a:r>
              <a:rPr lang="ko-KR" altLang="en-US" sz="4000"/>
              <a:t>완료</a:t>
            </a:r>
            <a:r>
              <a:rPr lang="en-US" altLang="ko-KR" sz="4000"/>
              <a:t>’</a:t>
            </a:r>
            <a:r>
              <a:rPr lang="ko-KR" altLang="en-US" sz="4000"/>
              <a:t>라고 적기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84435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퀘스트 진행 전개 도면</a:t>
            </a:r>
          </a:p>
        </p:txBody>
      </p:sp>
      <p:cxnSp>
        <p:nvCxnSpPr>
          <p:cNvPr id="7" name="직선 연결선 6"/>
          <p:cNvCxnSpPr/>
          <p:nvPr/>
        </p:nvCxnSpPr>
        <p:spPr>
          <a:xfrm>
            <a:off x="1246115" y="3374237"/>
            <a:ext cx="10401934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타원 8"/>
          <p:cNvSpPr/>
          <p:nvPr/>
        </p:nvSpPr>
        <p:spPr>
          <a:xfrm>
            <a:off x="11205029" y="2004200"/>
            <a:ext cx="808780" cy="2740073"/>
          </a:xfrm>
          <a:prstGeom prst="ellipse">
            <a:avLst/>
          </a:prstGeom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/>
          <p:cNvCxnSpPr/>
          <p:nvPr/>
        </p:nvCxnSpPr>
        <p:spPr>
          <a:xfrm flipV="1">
            <a:off x="1246115" y="2931886"/>
            <a:ext cx="0" cy="442351"/>
          </a:xfrm>
          <a:prstGeom prst="line">
            <a:avLst/>
          </a:prstGeom>
          <a:ln w="28575">
            <a:solidFill>
              <a:srgbClr val="EE86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/>
          <p:cNvCxnSpPr/>
          <p:nvPr/>
        </p:nvCxnSpPr>
        <p:spPr>
          <a:xfrm>
            <a:off x="1246115" y="2931886"/>
            <a:ext cx="691708" cy="0"/>
          </a:xfrm>
          <a:prstGeom prst="line">
            <a:avLst/>
          </a:prstGeom>
          <a:ln w="28575">
            <a:solidFill>
              <a:srgbClr val="EE86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/>
          <p:cNvCxnSpPr/>
          <p:nvPr/>
        </p:nvCxnSpPr>
        <p:spPr>
          <a:xfrm flipV="1">
            <a:off x="1945249" y="2004200"/>
            <a:ext cx="0" cy="927687"/>
          </a:xfrm>
          <a:prstGeom prst="line">
            <a:avLst/>
          </a:prstGeom>
          <a:ln w="28575">
            <a:solidFill>
              <a:srgbClr val="EE86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타원 26"/>
          <p:cNvSpPr/>
          <p:nvPr/>
        </p:nvSpPr>
        <p:spPr>
          <a:xfrm>
            <a:off x="1695155" y="2689218"/>
            <a:ext cx="485335" cy="485335"/>
          </a:xfrm>
          <a:prstGeom prst="ellipse">
            <a:avLst/>
          </a:prstGeom>
          <a:solidFill>
            <a:srgbClr val="EE86A6"/>
          </a:solidFill>
          <a:ln w="28575">
            <a:solidFill>
              <a:srgbClr val="EE86A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7" name="직선 연결선 46"/>
          <p:cNvCxnSpPr/>
          <p:nvPr/>
        </p:nvCxnSpPr>
        <p:spPr>
          <a:xfrm flipV="1">
            <a:off x="4189912" y="2931886"/>
            <a:ext cx="0" cy="442351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연결선 47"/>
          <p:cNvCxnSpPr/>
          <p:nvPr/>
        </p:nvCxnSpPr>
        <p:spPr>
          <a:xfrm>
            <a:off x="4189912" y="2931886"/>
            <a:ext cx="691708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 48"/>
          <p:cNvCxnSpPr/>
          <p:nvPr/>
        </p:nvCxnSpPr>
        <p:spPr>
          <a:xfrm flipV="1">
            <a:off x="4889046" y="2489535"/>
            <a:ext cx="0" cy="442351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타원 49"/>
          <p:cNvSpPr/>
          <p:nvPr/>
        </p:nvSpPr>
        <p:spPr>
          <a:xfrm>
            <a:off x="4638952" y="2689218"/>
            <a:ext cx="485335" cy="485335"/>
          </a:xfrm>
          <a:prstGeom prst="ellipse">
            <a:avLst/>
          </a:prstGeom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1" name="직선 연결선 50"/>
          <p:cNvCxnSpPr/>
          <p:nvPr/>
        </p:nvCxnSpPr>
        <p:spPr>
          <a:xfrm flipV="1">
            <a:off x="4051725" y="2032670"/>
            <a:ext cx="0" cy="442351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51"/>
          <p:cNvCxnSpPr/>
          <p:nvPr/>
        </p:nvCxnSpPr>
        <p:spPr>
          <a:xfrm>
            <a:off x="4051725" y="2475021"/>
            <a:ext cx="1659791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연결선 52"/>
          <p:cNvCxnSpPr/>
          <p:nvPr/>
        </p:nvCxnSpPr>
        <p:spPr>
          <a:xfrm flipV="1">
            <a:off x="4597825" y="2032670"/>
            <a:ext cx="0" cy="442351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연결선 53"/>
          <p:cNvCxnSpPr/>
          <p:nvPr/>
        </p:nvCxnSpPr>
        <p:spPr>
          <a:xfrm flipV="1">
            <a:off x="5138649" y="2032669"/>
            <a:ext cx="0" cy="442351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/>
          <p:cNvCxnSpPr/>
          <p:nvPr/>
        </p:nvCxnSpPr>
        <p:spPr>
          <a:xfrm flipV="1">
            <a:off x="5711516" y="2032669"/>
            <a:ext cx="0" cy="442351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직사각형 55"/>
          <p:cNvSpPr/>
          <p:nvPr/>
        </p:nvSpPr>
        <p:spPr>
          <a:xfrm>
            <a:off x="3920184" y="1762941"/>
            <a:ext cx="269728" cy="269728"/>
          </a:xfrm>
          <a:prstGeom prst="rect">
            <a:avLst/>
          </a:prstGeom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직사각형 56"/>
          <p:cNvSpPr/>
          <p:nvPr/>
        </p:nvSpPr>
        <p:spPr>
          <a:xfrm>
            <a:off x="4461155" y="1762941"/>
            <a:ext cx="269728" cy="269728"/>
          </a:xfrm>
          <a:prstGeom prst="rect">
            <a:avLst/>
          </a:prstGeom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/>
          <p:cNvSpPr/>
          <p:nvPr/>
        </p:nvSpPr>
        <p:spPr>
          <a:xfrm>
            <a:off x="5002126" y="1762941"/>
            <a:ext cx="269728" cy="269728"/>
          </a:xfrm>
          <a:prstGeom prst="rect">
            <a:avLst/>
          </a:prstGeom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직사각형 58"/>
          <p:cNvSpPr/>
          <p:nvPr/>
        </p:nvSpPr>
        <p:spPr>
          <a:xfrm>
            <a:off x="5576652" y="1762941"/>
            <a:ext cx="269728" cy="269728"/>
          </a:xfrm>
          <a:prstGeom prst="rect">
            <a:avLst/>
          </a:prstGeom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0" name="직선 연결선 59"/>
          <p:cNvCxnSpPr/>
          <p:nvPr/>
        </p:nvCxnSpPr>
        <p:spPr>
          <a:xfrm flipV="1">
            <a:off x="2742112" y="3374239"/>
            <a:ext cx="0" cy="442351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2742112" y="3816590"/>
            <a:ext cx="691708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 flipV="1">
            <a:off x="3441245" y="3816589"/>
            <a:ext cx="0" cy="442351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타원 62"/>
          <p:cNvSpPr/>
          <p:nvPr/>
        </p:nvSpPr>
        <p:spPr>
          <a:xfrm>
            <a:off x="3191152" y="3573922"/>
            <a:ext cx="485335" cy="485335"/>
          </a:xfrm>
          <a:prstGeom prst="ellipse">
            <a:avLst/>
          </a:prstGeom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4" name="직선 연결선 63"/>
          <p:cNvCxnSpPr/>
          <p:nvPr/>
        </p:nvCxnSpPr>
        <p:spPr>
          <a:xfrm flipV="1">
            <a:off x="2898612" y="4258941"/>
            <a:ext cx="0" cy="442351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/>
          <p:cNvCxnSpPr/>
          <p:nvPr/>
        </p:nvCxnSpPr>
        <p:spPr>
          <a:xfrm>
            <a:off x="2898612" y="4258941"/>
            <a:ext cx="1085265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직선 연결선 65"/>
          <p:cNvCxnSpPr/>
          <p:nvPr/>
        </p:nvCxnSpPr>
        <p:spPr>
          <a:xfrm flipV="1">
            <a:off x="3444712" y="4258941"/>
            <a:ext cx="0" cy="442351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 flipV="1">
            <a:off x="3985536" y="4258940"/>
            <a:ext cx="0" cy="442351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직사각형 68"/>
          <p:cNvSpPr/>
          <p:nvPr/>
        </p:nvSpPr>
        <p:spPr>
          <a:xfrm>
            <a:off x="2767071" y="4701291"/>
            <a:ext cx="269728" cy="269728"/>
          </a:xfrm>
          <a:prstGeom prst="rect">
            <a:avLst/>
          </a:prstGeom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직사각형 69"/>
          <p:cNvSpPr/>
          <p:nvPr/>
        </p:nvSpPr>
        <p:spPr>
          <a:xfrm>
            <a:off x="3308042" y="4701291"/>
            <a:ext cx="269728" cy="269728"/>
          </a:xfrm>
          <a:prstGeom prst="rect">
            <a:avLst/>
          </a:prstGeom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직사각형 70"/>
          <p:cNvSpPr/>
          <p:nvPr/>
        </p:nvSpPr>
        <p:spPr>
          <a:xfrm>
            <a:off x="3849013" y="4701291"/>
            <a:ext cx="269728" cy="269728"/>
          </a:xfrm>
          <a:prstGeom prst="rect">
            <a:avLst/>
          </a:prstGeom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4" name="직선 연결선 73"/>
          <p:cNvCxnSpPr/>
          <p:nvPr/>
        </p:nvCxnSpPr>
        <p:spPr>
          <a:xfrm>
            <a:off x="622300" y="3374237"/>
            <a:ext cx="623815" cy="0"/>
          </a:xfrm>
          <a:prstGeom prst="line">
            <a:avLst/>
          </a:prstGeom>
          <a:ln w="28575">
            <a:solidFill>
              <a:srgbClr val="EE86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모서리가 둥근 직사각형 97"/>
          <p:cNvSpPr/>
          <p:nvPr/>
        </p:nvSpPr>
        <p:spPr>
          <a:xfrm>
            <a:off x="1943173" y="1913972"/>
            <a:ext cx="458355" cy="578231"/>
          </a:xfrm>
          <a:prstGeom prst="roundRect">
            <a:avLst/>
          </a:prstGeom>
          <a:noFill/>
          <a:ln w="28575">
            <a:solidFill>
              <a:srgbClr val="EE86A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원호 98"/>
          <p:cNvSpPr/>
          <p:nvPr/>
        </p:nvSpPr>
        <p:spPr>
          <a:xfrm rot="16200000">
            <a:off x="173142" y="129715"/>
            <a:ext cx="470820" cy="470820"/>
          </a:xfrm>
          <a:prstGeom prst="arc">
            <a:avLst/>
          </a:prstGeom>
          <a:ln w="28575">
            <a:solidFill>
              <a:srgbClr val="EE86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원호 99"/>
          <p:cNvSpPr/>
          <p:nvPr/>
        </p:nvSpPr>
        <p:spPr>
          <a:xfrm>
            <a:off x="156733" y="129715"/>
            <a:ext cx="470820" cy="470820"/>
          </a:xfrm>
          <a:prstGeom prst="arc">
            <a:avLst/>
          </a:prstGeom>
          <a:ln w="28575">
            <a:solidFill>
              <a:srgbClr val="EE86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원호 100"/>
          <p:cNvSpPr/>
          <p:nvPr/>
        </p:nvSpPr>
        <p:spPr>
          <a:xfrm rot="10800000">
            <a:off x="172566" y="428540"/>
            <a:ext cx="470820" cy="470820"/>
          </a:xfrm>
          <a:prstGeom prst="arc">
            <a:avLst/>
          </a:prstGeom>
          <a:ln w="28575">
            <a:solidFill>
              <a:srgbClr val="EE86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원호 101"/>
          <p:cNvSpPr/>
          <p:nvPr/>
        </p:nvSpPr>
        <p:spPr>
          <a:xfrm rot="5400000">
            <a:off x="151480" y="422324"/>
            <a:ext cx="470820" cy="470820"/>
          </a:xfrm>
          <a:prstGeom prst="arc">
            <a:avLst/>
          </a:prstGeom>
          <a:ln w="28575">
            <a:solidFill>
              <a:srgbClr val="EE86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직사각형 102"/>
          <p:cNvSpPr/>
          <p:nvPr/>
        </p:nvSpPr>
        <p:spPr>
          <a:xfrm>
            <a:off x="1964299" y="2253844"/>
            <a:ext cx="531251" cy="37496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모서리가 둥근 직사각형 93"/>
          <p:cNvSpPr/>
          <p:nvPr/>
        </p:nvSpPr>
        <p:spPr>
          <a:xfrm>
            <a:off x="1804040" y="2201119"/>
            <a:ext cx="278555" cy="278555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EE86A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모서리가 둥근 직사각형 96"/>
          <p:cNvSpPr/>
          <p:nvPr/>
        </p:nvSpPr>
        <p:spPr>
          <a:xfrm>
            <a:off x="2033072" y="1748329"/>
            <a:ext cx="278555" cy="278555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EE86A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모서리가 둥근 직사각형 103"/>
          <p:cNvSpPr/>
          <p:nvPr/>
        </p:nvSpPr>
        <p:spPr>
          <a:xfrm>
            <a:off x="2400490" y="2057282"/>
            <a:ext cx="458355" cy="798864"/>
          </a:xfrm>
          <a:prstGeom prst="roundRect">
            <a:avLst/>
          </a:prstGeom>
          <a:noFill/>
          <a:ln w="28575">
            <a:solidFill>
              <a:srgbClr val="EE86A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직사각형 104"/>
          <p:cNvSpPr/>
          <p:nvPr/>
        </p:nvSpPr>
        <p:spPr>
          <a:xfrm>
            <a:off x="2423276" y="1767119"/>
            <a:ext cx="531251" cy="54476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모서리가 둥근 직사각형 95"/>
          <p:cNvSpPr/>
          <p:nvPr/>
        </p:nvSpPr>
        <p:spPr>
          <a:xfrm>
            <a:off x="2495550" y="2711686"/>
            <a:ext cx="278555" cy="278555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EE86A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모서리가 둥근 직사각형 92"/>
          <p:cNvSpPr/>
          <p:nvPr/>
        </p:nvSpPr>
        <p:spPr>
          <a:xfrm>
            <a:off x="2725809" y="2311881"/>
            <a:ext cx="278555" cy="278555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EE86A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모서리가 둥근 직사각형 94"/>
          <p:cNvSpPr/>
          <p:nvPr/>
        </p:nvSpPr>
        <p:spPr>
          <a:xfrm>
            <a:off x="2268637" y="2196465"/>
            <a:ext cx="278555" cy="278555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EE86A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25360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1F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"/>
          <p:cNvSpPr/>
          <p:nvPr/>
        </p:nvSpPr>
        <p:spPr>
          <a:xfrm>
            <a:off x="419100" y="419100"/>
            <a:ext cx="11353800" cy="623888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768350" y="987174"/>
            <a:ext cx="10566400" cy="55425"/>
          </a:xfrm>
          <a:prstGeom prst="rect">
            <a:avLst/>
          </a:prstGeom>
          <a:solidFill>
            <a:srgbClr val="00D1FF"/>
          </a:solidFill>
          <a:ln/>
        </p:spPr>
      </p:sp>
      <p:sp>
        <p:nvSpPr>
          <p:cNvPr id="6" name="Text 3"/>
          <p:cNvSpPr/>
          <p:nvPr/>
        </p:nvSpPr>
        <p:spPr>
          <a:xfrm>
            <a:off x="933450" y="419101"/>
            <a:ext cx="6841331" cy="4308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ko-KR" altLang="en-US" sz="2800" b="1" kern="0" spc="3" smtClean="0">
                <a:solidFill>
                  <a:srgbClr val="FFFFFF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퀘스트</a:t>
            </a:r>
            <a:endParaRPr lang="en-US" sz="2800" dirty="0">
              <a:solidFill>
                <a:srgbClr val="FFFFFF"/>
              </a:solidFill>
            </a:endParaRPr>
          </a:p>
        </p:txBody>
      </p:sp>
      <p:sp>
        <p:nvSpPr>
          <p:cNvPr id="8" name="Shape 5"/>
          <p:cNvSpPr/>
          <p:nvPr/>
        </p:nvSpPr>
        <p:spPr>
          <a:xfrm>
            <a:off x="627125" y="1309688"/>
            <a:ext cx="762000" cy="609600"/>
          </a:xfrm>
          <a:prstGeom prst="rect">
            <a:avLst/>
          </a:prstGeom>
          <a:solidFill>
            <a:srgbClr val="001F3F"/>
          </a:solidFill>
          <a:ln w="18288">
            <a:solidFill>
              <a:srgbClr val="00D1F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64060" y="1408510"/>
            <a:ext cx="278923" cy="10265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667" b="1" dirty="0">
                <a:solidFill>
                  <a:srgbClr val="FFFFFF">
                    <a:alpha val="70000"/>
                  </a:srgbClr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PHASE</a:t>
            </a:r>
            <a:endParaRPr lang="en-US" sz="667" dirty="0"/>
          </a:p>
        </p:txBody>
      </p:sp>
      <p:sp>
        <p:nvSpPr>
          <p:cNvPr id="10" name="Text 7"/>
          <p:cNvSpPr/>
          <p:nvPr/>
        </p:nvSpPr>
        <p:spPr>
          <a:xfrm>
            <a:off x="860488" y="1529954"/>
            <a:ext cx="243656" cy="24622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600" b="1" dirty="0">
                <a:solidFill>
                  <a:srgbClr val="00D1FF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00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1579626" y="1395295"/>
            <a:ext cx="4144393" cy="438149"/>
          </a:xfrm>
          <a:prstGeom prst="rect">
            <a:avLst/>
          </a:prstGeom>
          <a:solidFill>
            <a:srgbClr val="003366">
              <a:alpha val="60000"/>
            </a:srgbClr>
          </a:solidFill>
          <a:ln w="9144">
            <a:solidFill>
              <a:srgbClr val="00D1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693926" y="1515946"/>
            <a:ext cx="1458733" cy="20512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333" b="1" dirty="0">
                <a:solidFill>
                  <a:srgbClr val="FFFFFF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일상 조작 튜토리얼</a:t>
            </a:r>
            <a:endParaRPr lang="en-US" sz="1333" dirty="0"/>
          </a:p>
        </p:txBody>
      </p:sp>
      <p:sp>
        <p:nvSpPr>
          <p:cNvPr id="13" name="Shape 10"/>
          <p:cNvSpPr/>
          <p:nvPr/>
        </p:nvSpPr>
        <p:spPr>
          <a:xfrm>
            <a:off x="4949640" y="1520310"/>
            <a:ext cx="578644" cy="159544"/>
          </a:xfrm>
          <a:prstGeom prst="rect">
            <a:avLst/>
          </a:prstGeom>
          <a:solidFill>
            <a:srgbClr val="00D1FF"/>
          </a:solidFill>
          <a:ln/>
        </p:spPr>
      </p:sp>
      <p:sp>
        <p:nvSpPr>
          <p:cNvPr id="14" name="Text 11"/>
          <p:cNvSpPr/>
          <p:nvPr/>
        </p:nvSpPr>
        <p:spPr>
          <a:xfrm>
            <a:off x="4949640" y="1520310"/>
            <a:ext cx="575094" cy="148482"/>
          </a:xfrm>
          <a:prstGeom prst="rect">
            <a:avLst/>
          </a:prstGeom>
          <a:noFill/>
          <a:ln/>
        </p:spPr>
        <p:txBody>
          <a:bodyPr wrap="none" lIns="68072" tIns="22691" rIns="68072" bIns="22691" rtlCol="0" anchor="t">
            <a:spAutoFit/>
          </a:bodyPr>
          <a:lstStyle/>
          <a:p>
            <a:r>
              <a:rPr lang="en-US" sz="667" b="1" smtClean="0">
                <a:solidFill>
                  <a:srgbClr val="001F3F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TUTORIAL</a:t>
            </a:r>
            <a:endParaRPr lang="en-US" sz="667" dirty="0"/>
          </a:p>
        </p:txBody>
      </p:sp>
      <p:sp>
        <p:nvSpPr>
          <p:cNvPr id="15" name="Shape 12"/>
          <p:cNvSpPr/>
          <p:nvPr/>
        </p:nvSpPr>
        <p:spPr>
          <a:xfrm>
            <a:off x="1579626" y="1954094"/>
            <a:ext cx="1821656" cy="242888"/>
          </a:xfrm>
          <a:prstGeom prst="rect">
            <a:avLst/>
          </a:prstGeom>
          <a:solidFill>
            <a:srgbClr val="FFFFFF">
              <a:alpha val="5000"/>
            </a:srgbClr>
          </a:solidFill>
          <a:ln w="9144">
            <a:solidFill>
              <a:srgbClr val="A9AAB7">
                <a:alpha val="50000"/>
              </a:srgbClr>
            </a:solidFill>
            <a:prstDash val="dash"/>
          </a:ln>
        </p:spPr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5827" y="2037438"/>
            <a:ext cx="107156" cy="95251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820133" y="2011244"/>
            <a:ext cx="1319272" cy="1334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867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기본 이동 및 상호작용 습득</a:t>
            </a:r>
            <a:endParaRPr lang="en-US" sz="867" dirty="0"/>
          </a:p>
        </p:txBody>
      </p:sp>
      <p:sp>
        <p:nvSpPr>
          <p:cNvPr id="18" name="Shape 14"/>
          <p:cNvSpPr/>
          <p:nvPr/>
        </p:nvSpPr>
        <p:spPr>
          <a:xfrm>
            <a:off x="627125" y="2381250"/>
            <a:ext cx="762000" cy="609600"/>
          </a:xfrm>
          <a:prstGeom prst="rect">
            <a:avLst/>
          </a:prstGeom>
          <a:solidFill>
            <a:srgbClr val="001F3F"/>
          </a:solidFill>
          <a:ln w="18288">
            <a:solidFill>
              <a:srgbClr val="00D1FF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864060" y="2480073"/>
            <a:ext cx="278923" cy="10265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667" b="1" dirty="0">
                <a:solidFill>
                  <a:srgbClr val="FFFFFF">
                    <a:alpha val="70000"/>
                  </a:srgbClr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PHASE</a:t>
            </a:r>
            <a:endParaRPr lang="en-US" sz="667" dirty="0"/>
          </a:p>
        </p:txBody>
      </p:sp>
      <p:sp>
        <p:nvSpPr>
          <p:cNvPr id="20" name="Text 16"/>
          <p:cNvSpPr/>
          <p:nvPr/>
        </p:nvSpPr>
        <p:spPr>
          <a:xfrm>
            <a:off x="883109" y="2601516"/>
            <a:ext cx="208390" cy="24622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600" b="1" dirty="0">
                <a:solidFill>
                  <a:srgbClr val="00D1FF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01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1579626" y="2466857"/>
            <a:ext cx="4144393" cy="438149"/>
          </a:xfrm>
          <a:prstGeom prst="rect">
            <a:avLst/>
          </a:prstGeom>
          <a:solidFill>
            <a:srgbClr val="003366">
              <a:alpha val="60000"/>
            </a:srgbClr>
          </a:solidFill>
          <a:ln w="9144">
            <a:solidFill>
              <a:srgbClr val="00D1F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693926" y="2587507"/>
            <a:ext cx="900888" cy="20512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333" b="1" dirty="0">
                <a:solidFill>
                  <a:srgbClr val="FFFFFF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동생 심부름</a:t>
            </a:r>
            <a:endParaRPr lang="en-US" sz="1333" dirty="0"/>
          </a:p>
        </p:txBody>
      </p:sp>
      <p:sp>
        <p:nvSpPr>
          <p:cNvPr id="23" name="Shape 19"/>
          <p:cNvSpPr/>
          <p:nvPr/>
        </p:nvSpPr>
        <p:spPr>
          <a:xfrm>
            <a:off x="4828196" y="2591873"/>
            <a:ext cx="700088" cy="159544"/>
          </a:xfrm>
          <a:prstGeom prst="rect">
            <a:avLst/>
          </a:prstGeom>
          <a:solidFill>
            <a:srgbClr val="00D1FF"/>
          </a:solidFill>
          <a:ln/>
        </p:spPr>
      </p:sp>
      <p:sp>
        <p:nvSpPr>
          <p:cNvPr id="24" name="Text 20"/>
          <p:cNvSpPr/>
          <p:nvPr/>
        </p:nvSpPr>
        <p:spPr>
          <a:xfrm>
            <a:off x="4828196" y="2591873"/>
            <a:ext cx="624786" cy="148482"/>
          </a:xfrm>
          <a:prstGeom prst="rect">
            <a:avLst/>
          </a:prstGeom>
          <a:noFill/>
          <a:ln/>
        </p:spPr>
        <p:txBody>
          <a:bodyPr wrap="none" lIns="68072" tIns="22691" rIns="68072" bIns="22691" rtlCol="0" anchor="t">
            <a:spAutoFit/>
          </a:bodyPr>
          <a:lstStyle/>
          <a:p>
            <a:r>
              <a:rPr lang="en-US" sz="667" b="1" dirty="0">
                <a:solidFill>
                  <a:srgbClr val="001F3F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MAIN_QUEST</a:t>
            </a:r>
            <a:endParaRPr lang="en-US" sz="667" dirty="0"/>
          </a:p>
        </p:txBody>
      </p:sp>
      <p:sp>
        <p:nvSpPr>
          <p:cNvPr id="25" name="Shape 21"/>
          <p:cNvSpPr/>
          <p:nvPr/>
        </p:nvSpPr>
        <p:spPr>
          <a:xfrm>
            <a:off x="1579626" y="2987520"/>
            <a:ext cx="1183481" cy="242888"/>
          </a:xfrm>
          <a:prstGeom prst="rect">
            <a:avLst/>
          </a:prstGeom>
          <a:solidFill>
            <a:srgbClr val="FFFFFF">
              <a:alpha val="5000"/>
            </a:srgbClr>
          </a:solidFill>
          <a:ln w="9144">
            <a:solidFill>
              <a:srgbClr val="00D1FF">
                <a:alpha val="50000"/>
              </a:srgbClr>
            </a:solidFill>
            <a:prstDash val="dash"/>
          </a:ln>
        </p:spPr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5825" y="3070864"/>
            <a:ext cx="83344" cy="95251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1796319" y="3044670"/>
            <a:ext cx="787075" cy="1334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867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SQ: 치킨 심부름</a:t>
            </a:r>
            <a:endParaRPr lang="en-US" sz="867" dirty="0"/>
          </a:p>
        </p:txBody>
      </p:sp>
      <p:sp>
        <p:nvSpPr>
          <p:cNvPr id="28" name="Shape 23"/>
          <p:cNvSpPr/>
          <p:nvPr/>
        </p:nvSpPr>
        <p:spPr>
          <a:xfrm>
            <a:off x="627125" y="3457696"/>
            <a:ext cx="762000" cy="609600"/>
          </a:xfrm>
          <a:prstGeom prst="rect">
            <a:avLst/>
          </a:prstGeom>
          <a:solidFill>
            <a:srgbClr val="001F3F"/>
          </a:solidFill>
          <a:ln w="18288">
            <a:solidFill>
              <a:srgbClr val="00D1FF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864060" y="3556518"/>
            <a:ext cx="232436" cy="10265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667" b="1" dirty="0">
                <a:solidFill>
                  <a:srgbClr val="FFFFFF">
                    <a:alpha val="70000"/>
                  </a:srgbClr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PHASE</a:t>
            </a:r>
            <a:endParaRPr lang="en-US" sz="667" dirty="0"/>
          </a:p>
        </p:txBody>
      </p:sp>
      <p:sp>
        <p:nvSpPr>
          <p:cNvPr id="30" name="Text 25"/>
          <p:cNvSpPr/>
          <p:nvPr/>
        </p:nvSpPr>
        <p:spPr>
          <a:xfrm>
            <a:off x="866441" y="3677962"/>
            <a:ext cx="208390" cy="24622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600" b="1" dirty="0">
                <a:solidFill>
                  <a:srgbClr val="00D1FF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02</a:t>
            </a:r>
            <a:endParaRPr lang="en-US" sz="1600" dirty="0"/>
          </a:p>
        </p:txBody>
      </p:sp>
      <p:sp>
        <p:nvSpPr>
          <p:cNvPr id="31" name="Shape 26"/>
          <p:cNvSpPr/>
          <p:nvPr/>
        </p:nvSpPr>
        <p:spPr>
          <a:xfrm>
            <a:off x="1579626" y="3543303"/>
            <a:ext cx="4144393" cy="438149"/>
          </a:xfrm>
          <a:prstGeom prst="rect">
            <a:avLst/>
          </a:prstGeom>
          <a:solidFill>
            <a:srgbClr val="003366">
              <a:alpha val="60000"/>
            </a:srgbClr>
          </a:solidFill>
          <a:ln w="9144">
            <a:solidFill>
              <a:srgbClr val="00D1FF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1693926" y="3663953"/>
            <a:ext cx="729367" cy="20512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333" b="1" dirty="0">
                <a:solidFill>
                  <a:srgbClr val="FFFFFF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공원 청소</a:t>
            </a:r>
            <a:endParaRPr lang="en-US" sz="1333" dirty="0"/>
          </a:p>
        </p:txBody>
      </p:sp>
      <p:sp>
        <p:nvSpPr>
          <p:cNvPr id="33" name="Shape 28"/>
          <p:cNvSpPr/>
          <p:nvPr/>
        </p:nvSpPr>
        <p:spPr>
          <a:xfrm>
            <a:off x="4828196" y="3668319"/>
            <a:ext cx="700088" cy="159544"/>
          </a:xfrm>
          <a:prstGeom prst="rect">
            <a:avLst/>
          </a:prstGeom>
          <a:solidFill>
            <a:srgbClr val="00D1FF"/>
          </a:solidFill>
          <a:ln/>
        </p:spPr>
      </p:sp>
      <p:sp>
        <p:nvSpPr>
          <p:cNvPr id="34" name="Text 29"/>
          <p:cNvSpPr/>
          <p:nvPr/>
        </p:nvSpPr>
        <p:spPr>
          <a:xfrm>
            <a:off x="4828196" y="3668319"/>
            <a:ext cx="624786" cy="148482"/>
          </a:xfrm>
          <a:prstGeom prst="rect">
            <a:avLst/>
          </a:prstGeom>
          <a:noFill/>
          <a:ln/>
        </p:spPr>
        <p:txBody>
          <a:bodyPr wrap="none" lIns="68072" tIns="22691" rIns="68072" bIns="22691" rtlCol="0" anchor="t">
            <a:spAutoFit/>
          </a:bodyPr>
          <a:lstStyle/>
          <a:p>
            <a:r>
              <a:rPr lang="en-US" sz="667" b="1" dirty="0">
                <a:solidFill>
                  <a:srgbClr val="001F3F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MAIN_QUEST</a:t>
            </a:r>
            <a:endParaRPr lang="en-US" sz="667" dirty="0"/>
          </a:p>
        </p:txBody>
      </p:sp>
      <p:sp>
        <p:nvSpPr>
          <p:cNvPr id="35" name="Shape 30"/>
          <p:cNvSpPr/>
          <p:nvPr/>
        </p:nvSpPr>
        <p:spPr>
          <a:xfrm>
            <a:off x="1579626" y="4065539"/>
            <a:ext cx="1585912" cy="242888"/>
          </a:xfrm>
          <a:prstGeom prst="rect">
            <a:avLst/>
          </a:prstGeom>
          <a:solidFill>
            <a:srgbClr val="FFFFFF">
              <a:alpha val="5000"/>
            </a:srgbClr>
          </a:solidFill>
          <a:ln w="9144">
            <a:solidFill>
              <a:srgbClr val="00D1FF">
                <a:alpha val="50000"/>
              </a:srgbClr>
            </a:solidFill>
            <a:prstDash val="dash"/>
          </a:ln>
        </p:spPr>
      </p:sp>
      <p:pic>
        <p:nvPicPr>
          <p:cNvPr id="36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55826" y="4158408"/>
            <a:ext cx="83344" cy="95251"/>
          </a:xfrm>
          <a:prstGeom prst="rect">
            <a:avLst/>
          </a:prstGeom>
        </p:spPr>
      </p:pic>
      <p:sp>
        <p:nvSpPr>
          <p:cNvPr id="37" name="Text 31"/>
          <p:cNvSpPr/>
          <p:nvPr/>
        </p:nvSpPr>
        <p:spPr>
          <a:xfrm>
            <a:off x="1796320" y="4132214"/>
            <a:ext cx="1146148" cy="1334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867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SQ: 우정 반지 찾아주기</a:t>
            </a:r>
            <a:endParaRPr lang="en-US" sz="867" dirty="0"/>
          </a:p>
        </p:txBody>
      </p:sp>
      <p:sp>
        <p:nvSpPr>
          <p:cNvPr id="38" name="Shape 32"/>
          <p:cNvSpPr/>
          <p:nvPr/>
        </p:nvSpPr>
        <p:spPr>
          <a:xfrm>
            <a:off x="3241738" y="4065539"/>
            <a:ext cx="1493044" cy="242888"/>
          </a:xfrm>
          <a:prstGeom prst="rect">
            <a:avLst/>
          </a:prstGeom>
          <a:solidFill>
            <a:srgbClr val="FFFFFF">
              <a:alpha val="5000"/>
            </a:srgbClr>
          </a:solidFill>
          <a:ln w="9144">
            <a:solidFill>
              <a:srgbClr val="00D1FF">
                <a:alpha val="50000"/>
              </a:srgbClr>
            </a:solidFill>
            <a:prstDash val="dash"/>
          </a:ln>
        </p:spPr>
      </p:sp>
      <p:pic>
        <p:nvPicPr>
          <p:cNvPr id="39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17938" y="4148884"/>
            <a:ext cx="83344" cy="95251"/>
          </a:xfrm>
          <a:prstGeom prst="rect">
            <a:avLst/>
          </a:prstGeom>
        </p:spPr>
      </p:pic>
      <p:sp>
        <p:nvSpPr>
          <p:cNvPr id="40" name="Text 33"/>
          <p:cNvSpPr/>
          <p:nvPr/>
        </p:nvSpPr>
        <p:spPr>
          <a:xfrm>
            <a:off x="3458432" y="4122690"/>
            <a:ext cx="1062791" cy="1334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867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SQ: 균열 앞 커플 사진</a:t>
            </a:r>
            <a:endParaRPr lang="en-US" sz="867" dirty="0"/>
          </a:p>
        </p:txBody>
      </p:sp>
      <p:sp>
        <p:nvSpPr>
          <p:cNvPr id="41" name="Shape 34"/>
          <p:cNvSpPr/>
          <p:nvPr/>
        </p:nvSpPr>
        <p:spPr>
          <a:xfrm>
            <a:off x="1579626" y="4619746"/>
            <a:ext cx="3733799" cy="438151"/>
          </a:xfrm>
          <a:prstGeom prst="rect">
            <a:avLst/>
          </a:prstGeom>
          <a:solidFill>
            <a:srgbClr val="FF4136">
              <a:alpha val="10000"/>
            </a:srgbClr>
          </a:solidFill>
          <a:ln/>
        </p:spPr>
      </p:sp>
      <p:sp>
        <p:nvSpPr>
          <p:cNvPr id="42" name="Shape 35"/>
          <p:cNvSpPr/>
          <p:nvPr/>
        </p:nvSpPr>
        <p:spPr>
          <a:xfrm>
            <a:off x="627125" y="4534142"/>
            <a:ext cx="762000" cy="609600"/>
          </a:xfrm>
          <a:prstGeom prst="rect">
            <a:avLst/>
          </a:prstGeom>
          <a:solidFill>
            <a:srgbClr val="001F3F"/>
          </a:solidFill>
          <a:ln w="18288">
            <a:solidFill>
              <a:srgbClr val="FF4136"/>
            </a:solidFill>
            <a:prstDash val="solid"/>
          </a:ln>
        </p:spPr>
      </p:sp>
      <p:sp>
        <p:nvSpPr>
          <p:cNvPr id="43" name="Text 36"/>
          <p:cNvSpPr/>
          <p:nvPr/>
        </p:nvSpPr>
        <p:spPr>
          <a:xfrm>
            <a:off x="864060" y="4632964"/>
            <a:ext cx="232436" cy="10265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667" b="1" dirty="0">
                <a:solidFill>
                  <a:srgbClr val="FFFFFF">
                    <a:alpha val="70000"/>
                  </a:srgbClr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PHASE</a:t>
            </a:r>
            <a:endParaRPr lang="en-US" sz="667" dirty="0"/>
          </a:p>
        </p:txBody>
      </p:sp>
      <p:sp>
        <p:nvSpPr>
          <p:cNvPr id="44" name="Text 37"/>
          <p:cNvSpPr/>
          <p:nvPr/>
        </p:nvSpPr>
        <p:spPr>
          <a:xfrm>
            <a:off x="865251" y="4754408"/>
            <a:ext cx="243656" cy="24622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600" b="1" dirty="0">
                <a:solidFill>
                  <a:srgbClr val="FF4136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03</a:t>
            </a:r>
            <a:endParaRPr lang="en-US" sz="1600" dirty="0"/>
          </a:p>
        </p:txBody>
      </p:sp>
      <p:sp>
        <p:nvSpPr>
          <p:cNvPr id="45" name="Shape 38"/>
          <p:cNvSpPr/>
          <p:nvPr/>
        </p:nvSpPr>
        <p:spPr>
          <a:xfrm>
            <a:off x="1579626" y="4619749"/>
            <a:ext cx="4144393" cy="438149"/>
          </a:xfrm>
          <a:prstGeom prst="rect">
            <a:avLst/>
          </a:prstGeom>
          <a:solidFill>
            <a:srgbClr val="003366">
              <a:alpha val="60000"/>
            </a:srgbClr>
          </a:solidFill>
          <a:ln w="9144">
            <a:solidFill>
              <a:srgbClr val="00D1FF"/>
            </a:solidFill>
            <a:prstDash val="solid"/>
          </a:ln>
        </p:spPr>
      </p:sp>
      <p:sp>
        <p:nvSpPr>
          <p:cNvPr id="46" name="Text 39"/>
          <p:cNvSpPr/>
          <p:nvPr/>
        </p:nvSpPr>
        <p:spPr>
          <a:xfrm>
            <a:off x="1693925" y="4740399"/>
            <a:ext cx="2436019" cy="2051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333" b="1" dirty="0">
                <a:solidFill>
                  <a:srgbClr val="FF4136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재난 대응 (첫 전투 튜토리얼)</a:t>
            </a:r>
            <a:endParaRPr lang="en-US" sz="1333" dirty="0"/>
          </a:p>
        </p:txBody>
      </p:sp>
      <p:sp>
        <p:nvSpPr>
          <p:cNvPr id="47" name="Shape 40"/>
          <p:cNvSpPr/>
          <p:nvPr/>
        </p:nvSpPr>
        <p:spPr>
          <a:xfrm>
            <a:off x="5143741" y="4744763"/>
            <a:ext cx="384543" cy="159544"/>
          </a:xfrm>
          <a:prstGeom prst="rect">
            <a:avLst/>
          </a:prstGeom>
          <a:solidFill>
            <a:srgbClr val="FF4136"/>
          </a:solidFill>
          <a:ln/>
        </p:spPr>
      </p:sp>
      <p:sp>
        <p:nvSpPr>
          <p:cNvPr id="48" name="Text 41"/>
          <p:cNvSpPr/>
          <p:nvPr/>
        </p:nvSpPr>
        <p:spPr>
          <a:xfrm>
            <a:off x="5143741" y="4744764"/>
            <a:ext cx="382733" cy="148482"/>
          </a:xfrm>
          <a:prstGeom prst="rect">
            <a:avLst/>
          </a:prstGeom>
          <a:noFill/>
          <a:ln/>
        </p:spPr>
        <p:txBody>
          <a:bodyPr wrap="none" lIns="68072" tIns="22691" rIns="68072" bIns="22691" rtlCol="0" anchor="t">
            <a:spAutoFit/>
          </a:bodyPr>
          <a:lstStyle/>
          <a:p>
            <a:r>
              <a:rPr lang="en-US" sz="667" b="1" smtClean="0">
                <a:solidFill>
                  <a:srgbClr val="FFFFFF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BOSS</a:t>
            </a:r>
            <a:endParaRPr lang="en-US" sz="667" dirty="0"/>
          </a:p>
        </p:txBody>
      </p:sp>
      <p:sp>
        <p:nvSpPr>
          <p:cNvPr id="49" name="Shape 42"/>
          <p:cNvSpPr/>
          <p:nvPr/>
        </p:nvSpPr>
        <p:spPr>
          <a:xfrm>
            <a:off x="1579626" y="5147738"/>
            <a:ext cx="1111833" cy="242888"/>
          </a:xfrm>
          <a:prstGeom prst="rect">
            <a:avLst/>
          </a:prstGeom>
          <a:solidFill>
            <a:srgbClr val="FFFFFF">
              <a:alpha val="5000"/>
            </a:srgbClr>
          </a:solidFill>
          <a:ln w="9144">
            <a:solidFill>
              <a:srgbClr val="00D1FF">
                <a:alpha val="50000"/>
              </a:srgbClr>
            </a:solidFill>
            <a:prstDash val="dash"/>
          </a:ln>
        </p:spPr>
      </p:sp>
      <p:pic>
        <p:nvPicPr>
          <p:cNvPr id="50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55825" y="5240607"/>
            <a:ext cx="95251" cy="95251"/>
          </a:xfrm>
          <a:prstGeom prst="rect">
            <a:avLst/>
          </a:prstGeom>
        </p:spPr>
      </p:pic>
      <p:sp>
        <p:nvSpPr>
          <p:cNvPr id="51" name="Text 43"/>
          <p:cNvSpPr/>
          <p:nvPr/>
        </p:nvSpPr>
        <p:spPr>
          <a:xfrm>
            <a:off x="1808226" y="5214413"/>
            <a:ext cx="787075" cy="1334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867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SQ: 대피소 지원</a:t>
            </a:r>
            <a:endParaRPr lang="en-US" sz="867" dirty="0"/>
          </a:p>
        </p:txBody>
      </p:sp>
      <p:sp>
        <p:nvSpPr>
          <p:cNvPr id="52" name="Shape 44"/>
          <p:cNvSpPr/>
          <p:nvPr/>
        </p:nvSpPr>
        <p:spPr>
          <a:xfrm>
            <a:off x="2768809" y="5147738"/>
            <a:ext cx="1541899" cy="242888"/>
          </a:xfrm>
          <a:prstGeom prst="rect">
            <a:avLst/>
          </a:prstGeom>
          <a:solidFill>
            <a:srgbClr val="FFFFFF">
              <a:alpha val="5000"/>
            </a:srgbClr>
          </a:solidFill>
          <a:ln w="9144">
            <a:solidFill>
              <a:srgbClr val="00D1FF">
                <a:alpha val="50000"/>
              </a:srgbClr>
            </a:solidFill>
            <a:prstDash val="dash"/>
          </a:ln>
        </p:spPr>
      </p:sp>
      <p:pic>
        <p:nvPicPr>
          <p:cNvPr id="53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45008" y="5240607"/>
            <a:ext cx="95251" cy="95251"/>
          </a:xfrm>
          <a:prstGeom prst="rect">
            <a:avLst/>
          </a:prstGeom>
        </p:spPr>
      </p:pic>
      <p:sp>
        <p:nvSpPr>
          <p:cNvPr id="54" name="Text 45"/>
          <p:cNvSpPr/>
          <p:nvPr/>
        </p:nvSpPr>
        <p:spPr>
          <a:xfrm>
            <a:off x="2997408" y="5214413"/>
            <a:ext cx="1256754" cy="1334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867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SQ: 잃어버린 강아지 찾기</a:t>
            </a:r>
            <a:endParaRPr lang="en-US" sz="867" dirty="0"/>
          </a:p>
        </p:txBody>
      </p:sp>
      <p:sp>
        <p:nvSpPr>
          <p:cNvPr id="55" name="Shape 46"/>
          <p:cNvSpPr/>
          <p:nvPr/>
        </p:nvSpPr>
        <p:spPr>
          <a:xfrm>
            <a:off x="4386907" y="5147738"/>
            <a:ext cx="1337112" cy="242888"/>
          </a:xfrm>
          <a:prstGeom prst="rect">
            <a:avLst/>
          </a:prstGeom>
          <a:solidFill>
            <a:srgbClr val="FFFFFF">
              <a:alpha val="5000"/>
            </a:srgbClr>
          </a:solidFill>
          <a:ln w="9144">
            <a:solidFill>
              <a:srgbClr val="00D1FF">
                <a:alpha val="50000"/>
              </a:srgbClr>
            </a:solidFill>
            <a:prstDash val="dash"/>
          </a:ln>
        </p:spPr>
      </p:sp>
      <p:pic>
        <p:nvPicPr>
          <p:cNvPr id="56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63105" y="5231081"/>
            <a:ext cx="95251" cy="95251"/>
          </a:xfrm>
          <a:prstGeom prst="rect">
            <a:avLst/>
          </a:prstGeom>
        </p:spPr>
      </p:pic>
      <p:sp>
        <p:nvSpPr>
          <p:cNvPr id="57" name="Text 47"/>
          <p:cNvSpPr/>
          <p:nvPr/>
        </p:nvSpPr>
        <p:spPr>
          <a:xfrm>
            <a:off x="4615506" y="5204888"/>
            <a:ext cx="1008289" cy="1334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867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SQ: 괴물 목격담 수집</a:t>
            </a:r>
            <a:endParaRPr lang="en-US" sz="867" dirty="0"/>
          </a:p>
        </p:txBody>
      </p:sp>
      <p:sp>
        <p:nvSpPr>
          <p:cNvPr id="58" name="Shape 48"/>
          <p:cNvSpPr/>
          <p:nvPr/>
        </p:nvSpPr>
        <p:spPr>
          <a:xfrm>
            <a:off x="627125" y="5613920"/>
            <a:ext cx="762000" cy="609600"/>
          </a:xfrm>
          <a:prstGeom prst="rect">
            <a:avLst/>
          </a:prstGeom>
          <a:solidFill>
            <a:srgbClr val="001F3F"/>
          </a:solidFill>
          <a:ln w="18288">
            <a:solidFill>
              <a:srgbClr val="00D1FF"/>
            </a:solidFill>
            <a:prstDash val="solid"/>
          </a:ln>
        </p:spPr>
      </p:sp>
      <p:sp>
        <p:nvSpPr>
          <p:cNvPr id="60" name="Text 50"/>
          <p:cNvSpPr/>
          <p:nvPr/>
        </p:nvSpPr>
        <p:spPr>
          <a:xfrm>
            <a:off x="861552" y="5834187"/>
            <a:ext cx="503633" cy="2462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600" b="1" smtClean="0">
                <a:solidFill>
                  <a:srgbClr val="00D1FF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04</a:t>
            </a:r>
            <a:endParaRPr lang="en-US" sz="1600" dirty="0"/>
          </a:p>
        </p:txBody>
      </p:sp>
      <p:sp>
        <p:nvSpPr>
          <p:cNvPr id="61" name="Shape 51"/>
          <p:cNvSpPr/>
          <p:nvPr/>
        </p:nvSpPr>
        <p:spPr>
          <a:xfrm>
            <a:off x="1579626" y="5699526"/>
            <a:ext cx="4144393" cy="438151"/>
          </a:xfrm>
          <a:prstGeom prst="rect">
            <a:avLst/>
          </a:prstGeom>
          <a:solidFill>
            <a:srgbClr val="003366">
              <a:alpha val="60000"/>
            </a:srgbClr>
          </a:solidFill>
          <a:ln w="9144">
            <a:solidFill>
              <a:srgbClr val="00D1FF"/>
            </a:solidFill>
            <a:prstDash val="solid"/>
          </a:ln>
        </p:spPr>
      </p:sp>
      <p:sp>
        <p:nvSpPr>
          <p:cNvPr id="62" name="Text 52"/>
          <p:cNvSpPr/>
          <p:nvPr/>
        </p:nvSpPr>
        <p:spPr>
          <a:xfrm>
            <a:off x="1693925" y="5820178"/>
            <a:ext cx="1905000" cy="2051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333" b="1" dirty="0">
                <a:solidFill>
                  <a:srgbClr val="FFFFFF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폐교 탐사 및 균열 탐색</a:t>
            </a:r>
            <a:endParaRPr lang="en-US" sz="1333" dirty="0"/>
          </a:p>
        </p:txBody>
      </p:sp>
      <p:sp>
        <p:nvSpPr>
          <p:cNvPr id="65" name="Shape 55"/>
          <p:cNvSpPr/>
          <p:nvPr/>
        </p:nvSpPr>
        <p:spPr>
          <a:xfrm>
            <a:off x="1579626" y="6246468"/>
            <a:ext cx="1473993" cy="242888"/>
          </a:xfrm>
          <a:prstGeom prst="rect">
            <a:avLst/>
          </a:prstGeom>
          <a:solidFill>
            <a:srgbClr val="FFFFFF">
              <a:alpha val="5000"/>
            </a:srgbClr>
          </a:solidFill>
          <a:ln w="9144">
            <a:solidFill>
              <a:srgbClr val="00D1FF">
                <a:alpha val="50000"/>
              </a:srgbClr>
            </a:solidFill>
            <a:prstDash val="dash"/>
          </a:ln>
        </p:spPr>
      </p:sp>
      <p:pic>
        <p:nvPicPr>
          <p:cNvPr id="66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55825" y="6339337"/>
            <a:ext cx="95251" cy="95251"/>
          </a:xfrm>
          <a:prstGeom prst="rect">
            <a:avLst/>
          </a:prstGeom>
        </p:spPr>
      </p:pic>
      <p:sp>
        <p:nvSpPr>
          <p:cNvPr id="67" name="Text 56"/>
          <p:cNvSpPr/>
          <p:nvPr/>
        </p:nvSpPr>
        <p:spPr>
          <a:xfrm>
            <a:off x="1808226" y="6313143"/>
            <a:ext cx="1035540" cy="1334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867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SQ: 숨겨진 기억 단서</a:t>
            </a:r>
            <a:endParaRPr lang="en-US" sz="867" dirty="0"/>
          </a:p>
        </p:txBody>
      </p:sp>
      <p:sp>
        <p:nvSpPr>
          <p:cNvPr id="68" name="Shape 57"/>
          <p:cNvSpPr/>
          <p:nvPr/>
        </p:nvSpPr>
        <p:spPr>
          <a:xfrm>
            <a:off x="3125627" y="6246468"/>
            <a:ext cx="1350169" cy="242888"/>
          </a:xfrm>
          <a:prstGeom prst="rect">
            <a:avLst/>
          </a:prstGeom>
          <a:solidFill>
            <a:srgbClr val="FFFFFF">
              <a:alpha val="5000"/>
            </a:srgbClr>
          </a:solidFill>
          <a:ln w="9144">
            <a:solidFill>
              <a:srgbClr val="00D1FF">
                <a:alpha val="50000"/>
              </a:srgbClr>
            </a:solidFill>
            <a:prstDash val="dash"/>
          </a:ln>
        </p:spPr>
      </p:sp>
      <p:pic>
        <p:nvPicPr>
          <p:cNvPr id="69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01826" y="6329811"/>
            <a:ext cx="95251" cy="95251"/>
          </a:xfrm>
          <a:prstGeom prst="rect">
            <a:avLst/>
          </a:prstGeom>
        </p:spPr>
      </p:pic>
      <p:sp>
        <p:nvSpPr>
          <p:cNvPr id="70" name="Text 58"/>
          <p:cNvSpPr/>
          <p:nvPr/>
        </p:nvSpPr>
        <p:spPr>
          <a:xfrm>
            <a:off x="3354226" y="6303618"/>
            <a:ext cx="897682" cy="1334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867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SQ: 기억 조각 수집</a:t>
            </a:r>
            <a:endParaRPr lang="en-US" sz="867" dirty="0"/>
          </a:p>
        </p:txBody>
      </p:sp>
      <p:sp>
        <p:nvSpPr>
          <p:cNvPr id="91" name="직사각형 90">
            <a:extLst>
              <a:ext uri="{FF2B5EF4-FFF2-40B4-BE49-F238E27FC236}">
                <a16:creationId xmlns:a16="http://schemas.microsoft.com/office/drawing/2014/main" id="{3AB0D54F-59A7-F0A7-706C-4DF788184FC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 w="38100">
            <a:solidFill>
              <a:srgbClr val="00D1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Shape 2">
            <a:extLst>
              <a:ext uri="{FF2B5EF4-FFF2-40B4-BE49-F238E27FC236}">
                <a16:creationId xmlns:a16="http://schemas.microsoft.com/office/drawing/2014/main" id="{DD686290-5480-EBB0-9292-5BDA3981B40C}"/>
              </a:ext>
            </a:extLst>
          </p:cNvPr>
          <p:cNvSpPr/>
          <p:nvPr/>
        </p:nvSpPr>
        <p:spPr>
          <a:xfrm rot="5400000">
            <a:off x="756841" y="2131518"/>
            <a:ext cx="470179" cy="45720"/>
          </a:xfrm>
          <a:prstGeom prst="rect">
            <a:avLst/>
          </a:prstGeom>
          <a:solidFill>
            <a:srgbClr val="00D1FF"/>
          </a:solidFill>
          <a:ln/>
        </p:spPr>
      </p:sp>
      <p:sp>
        <p:nvSpPr>
          <p:cNvPr id="95" name="Shape 2">
            <a:extLst>
              <a:ext uri="{FF2B5EF4-FFF2-40B4-BE49-F238E27FC236}">
                <a16:creationId xmlns:a16="http://schemas.microsoft.com/office/drawing/2014/main" id="{A64B4CA0-9690-A4EC-CD01-2B9546577CA9}"/>
              </a:ext>
            </a:extLst>
          </p:cNvPr>
          <p:cNvSpPr/>
          <p:nvPr/>
        </p:nvSpPr>
        <p:spPr>
          <a:xfrm rot="5400000">
            <a:off x="756841" y="3199748"/>
            <a:ext cx="470177" cy="45721"/>
          </a:xfrm>
          <a:prstGeom prst="rect">
            <a:avLst/>
          </a:prstGeom>
          <a:solidFill>
            <a:srgbClr val="00D1FF"/>
          </a:solidFill>
          <a:ln/>
        </p:spPr>
      </p:sp>
      <p:sp>
        <p:nvSpPr>
          <p:cNvPr id="97" name="Shape 2">
            <a:extLst>
              <a:ext uri="{FF2B5EF4-FFF2-40B4-BE49-F238E27FC236}">
                <a16:creationId xmlns:a16="http://schemas.microsoft.com/office/drawing/2014/main" id="{31851C51-F4A7-E0D0-6487-C0BC66858C8B}"/>
              </a:ext>
            </a:extLst>
          </p:cNvPr>
          <p:cNvSpPr/>
          <p:nvPr/>
        </p:nvSpPr>
        <p:spPr>
          <a:xfrm rot="5400000">
            <a:off x="756840" y="4276192"/>
            <a:ext cx="470177" cy="45721"/>
          </a:xfrm>
          <a:prstGeom prst="rect">
            <a:avLst/>
          </a:prstGeom>
          <a:solidFill>
            <a:srgbClr val="00D1FF"/>
          </a:solidFill>
          <a:ln/>
        </p:spPr>
      </p:sp>
      <p:sp>
        <p:nvSpPr>
          <p:cNvPr id="99" name="Shape 2">
            <a:extLst>
              <a:ext uri="{FF2B5EF4-FFF2-40B4-BE49-F238E27FC236}">
                <a16:creationId xmlns:a16="http://schemas.microsoft.com/office/drawing/2014/main" id="{B8D3322E-A930-D06D-B20F-9051D5C53C25}"/>
              </a:ext>
            </a:extLst>
          </p:cNvPr>
          <p:cNvSpPr/>
          <p:nvPr/>
        </p:nvSpPr>
        <p:spPr>
          <a:xfrm rot="5400000">
            <a:off x="762149" y="5363832"/>
            <a:ext cx="447793" cy="45719"/>
          </a:xfrm>
          <a:prstGeom prst="rect">
            <a:avLst/>
          </a:prstGeom>
          <a:solidFill>
            <a:srgbClr val="00D1FF"/>
          </a:solidFill>
          <a:ln/>
        </p:spPr>
      </p:sp>
      <p:sp>
        <p:nvSpPr>
          <p:cNvPr id="103" name="Shape 2">
            <a:extLst>
              <a:ext uri="{FF2B5EF4-FFF2-40B4-BE49-F238E27FC236}">
                <a16:creationId xmlns:a16="http://schemas.microsoft.com/office/drawing/2014/main" id="{288E2F80-8957-06A6-C284-DD3F4B8486A1}"/>
              </a:ext>
            </a:extLst>
          </p:cNvPr>
          <p:cNvSpPr/>
          <p:nvPr/>
        </p:nvSpPr>
        <p:spPr>
          <a:xfrm>
            <a:off x="2691459" y="5249496"/>
            <a:ext cx="76199" cy="45719"/>
          </a:xfrm>
          <a:prstGeom prst="rect">
            <a:avLst/>
          </a:prstGeom>
          <a:solidFill>
            <a:srgbClr val="00D1FF"/>
          </a:solidFill>
          <a:ln/>
        </p:spPr>
      </p:sp>
      <p:sp>
        <p:nvSpPr>
          <p:cNvPr id="77" name="Shape 28"/>
          <p:cNvSpPr/>
          <p:nvPr/>
        </p:nvSpPr>
        <p:spPr>
          <a:xfrm>
            <a:off x="4828196" y="5827766"/>
            <a:ext cx="700088" cy="159544"/>
          </a:xfrm>
          <a:prstGeom prst="rect">
            <a:avLst/>
          </a:prstGeom>
          <a:solidFill>
            <a:srgbClr val="00D1FF"/>
          </a:solidFill>
          <a:ln/>
        </p:spPr>
      </p:sp>
      <p:sp>
        <p:nvSpPr>
          <p:cNvPr id="78" name="Text 29"/>
          <p:cNvSpPr/>
          <p:nvPr/>
        </p:nvSpPr>
        <p:spPr>
          <a:xfrm>
            <a:off x="4828196" y="5827766"/>
            <a:ext cx="624786" cy="148482"/>
          </a:xfrm>
          <a:prstGeom prst="rect">
            <a:avLst/>
          </a:prstGeom>
          <a:noFill/>
          <a:ln/>
        </p:spPr>
        <p:txBody>
          <a:bodyPr wrap="none" lIns="68072" tIns="22691" rIns="68072" bIns="22691" rtlCol="0" anchor="t">
            <a:spAutoFit/>
          </a:bodyPr>
          <a:lstStyle/>
          <a:p>
            <a:r>
              <a:rPr lang="en-US" sz="667" b="1" dirty="0">
                <a:solidFill>
                  <a:srgbClr val="001F3F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MAIN_QUEST</a:t>
            </a:r>
            <a:endParaRPr lang="en-US" sz="667" dirty="0"/>
          </a:p>
        </p:txBody>
      </p:sp>
      <p:sp>
        <p:nvSpPr>
          <p:cNvPr id="79" name="Text 36"/>
          <p:cNvSpPr/>
          <p:nvPr/>
        </p:nvSpPr>
        <p:spPr>
          <a:xfrm>
            <a:off x="864060" y="5717521"/>
            <a:ext cx="232436" cy="10265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667" b="1" dirty="0">
                <a:solidFill>
                  <a:srgbClr val="FFFFFF">
                    <a:alpha val="70000"/>
                  </a:srgbClr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PHASE</a:t>
            </a:r>
            <a:endParaRPr lang="en-US" sz="667" dirty="0"/>
          </a:p>
        </p:txBody>
      </p:sp>
      <p:sp>
        <p:nvSpPr>
          <p:cNvPr id="80" name="Shape 2">
            <a:extLst>
              <a:ext uri="{FF2B5EF4-FFF2-40B4-BE49-F238E27FC236}">
                <a16:creationId xmlns:a16="http://schemas.microsoft.com/office/drawing/2014/main" id="{288E2F80-8957-06A6-C284-DD3F4B8486A1}"/>
              </a:ext>
            </a:extLst>
          </p:cNvPr>
          <p:cNvSpPr/>
          <p:nvPr/>
        </p:nvSpPr>
        <p:spPr>
          <a:xfrm>
            <a:off x="4310707" y="5249496"/>
            <a:ext cx="76199" cy="45719"/>
          </a:xfrm>
          <a:prstGeom prst="rect">
            <a:avLst/>
          </a:prstGeom>
          <a:solidFill>
            <a:srgbClr val="00D1FF"/>
          </a:solidFill>
          <a:ln/>
        </p:spPr>
      </p:sp>
      <p:sp>
        <p:nvSpPr>
          <p:cNvPr id="81" name="Shape 2">
            <a:extLst>
              <a:ext uri="{FF2B5EF4-FFF2-40B4-BE49-F238E27FC236}">
                <a16:creationId xmlns:a16="http://schemas.microsoft.com/office/drawing/2014/main" id="{288E2F80-8957-06A6-C284-DD3F4B8486A1}"/>
              </a:ext>
            </a:extLst>
          </p:cNvPr>
          <p:cNvSpPr/>
          <p:nvPr/>
        </p:nvSpPr>
        <p:spPr>
          <a:xfrm>
            <a:off x="3165539" y="4173649"/>
            <a:ext cx="76199" cy="45719"/>
          </a:xfrm>
          <a:prstGeom prst="rect">
            <a:avLst/>
          </a:prstGeom>
          <a:solidFill>
            <a:srgbClr val="00D1FF"/>
          </a:solidFill>
          <a:ln/>
        </p:spPr>
      </p:sp>
      <p:sp>
        <p:nvSpPr>
          <p:cNvPr id="82" name="Shape 2">
            <a:extLst>
              <a:ext uri="{FF2B5EF4-FFF2-40B4-BE49-F238E27FC236}">
                <a16:creationId xmlns:a16="http://schemas.microsoft.com/office/drawing/2014/main" id="{288E2F80-8957-06A6-C284-DD3F4B8486A1}"/>
              </a:ext>
            </a:extLst>
          </p:cNvPr>
          <p:cNvSpPr/>
          <p:nvPr/>
        </p:nvSpPr>
        <p:spPr>
          <a:xfrm>
            <a:off x="3051264" y="6354576"/>
            <a:ext cx="76199" cy="45719"/>
          </a:xfrm>
          <a:prstGeom prst="rect">
            <a:avLst/>
          </a:prstGeom>
          <a:solidFill>
            <a:srgbClr val="00D1FF"/>
          </a:solidFill>
          <a:ln/>
        </p:spPr>
      </p:sp>
      <p:sp>
        <p:nvSpPr>
          <p:cNvPr id="83" name="Text 3"/>
          <p:cNvSpPr/>
          <p:nvPr/>
        </p:nvSpPr>
        <p:spPr>
          <a:xfrm>
            <a:off x="6351633" y="1440662"/>
            <a:ext cx="2148602" cy="30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ko-KR" altLang="en-US" sz="2000" b="1" kern="0" spc="3" smtClean="0">
                <a:solidFill>
                  <a:srgbClr val="FFFFFF"/>
                </a:solidFill>
                <a:latin typeface="Space Grotesk Bold" pitchFamily="34" charset="0"/>
              </a:rPr>
              <a:t>시놉시스</a:t>
            </a:r>
            <a:endParaRPr lang="en-US" sz="2000" dirty="0">
              <a:solidFill>
                <a:srgbClr val="FFFFFF"/>
              </a:solidFill>
            </a:endParaRPr>
          </a:p>
        </p:txBody>
      </p:sp>
      <p:sp>
        <p:nvSpPr>
          <p:cNvPr id="85" name="Text 3"/>
          <p:cNvSpPr/>
          <p:nvPr/>
        </p:nvSpPr>
        <p:spPr>
          <a:xfrm>
            <a:off x="6351633" y="1919288"/>
            <a:ext cx="5257562" cy="2031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b="1">
                <a:solidFill>
                  <a:schemeClr val="bg1"/>
                </a:solidFill>
              </a:rPr>
              <a:t>평범한 일상에서 시작된 차한해의 여정은</a:t>
            </a:r>
            <a:br>
              <a:rPr lang="ko-KR" altLang="en-US" sz="1000" b="1">
                <a:solidFill>
                  <a:schemeClr val="bg1"/>
                </a:solidFill>
              </a:rPr>
            </a:br>
            <a:r>
              <a:rPr lang="ko-KR" altLang="en-US" sz="1000" b="1">
                <a:solidFill>
                  <a:schemeClr val="bg1"/>
                </a:solidFill>
              </a:rPr>
              <a:t>공원에 나타난 균열과 괴물의 출현을 계기로 재난으로 </a:t>
            </a:r>
            <a:r>
              <a:rPr lang="ko-KR" altLang="en-US" sz="1000" b="1">
                <a:solidFill>
                  <a:schemeClr val="bg1"/>
                </a:solidFill>
              </a:rPr>
              <a:t>확장된다</a:t>
            </a:r>
            <a:r>
              <a:rPr lang="en-US" altLang="ko-KR" sz="1000" b="1" smtClean="0">
                <a:solidFill>
                  <a:schemeClr val="bg1"/>
                </a:solidFill>
              </a:rPr>
              <a:t>.</a:t>
            </a:r>
          </a:p>
          <a:p>
            <a:pPr>
              <a:lnSpc>
                <a:spcPct val="120000"/>
              </a:lnSpc>
            </a:pPr>
            <a:endParaRPr lang="ko-KR" altLang="en-US" sz="1000">
              <a:solidFill>
                <a:schemeClr val="bg1"/>
              </a:solidFill>
            </a:endParaRPr>
          </a:p>
          <a:p>
            <a:pPr>
              <a:lnSpc>
                <a:spcPct val="120000"/>
              </a:lnSpc>
            </a:pPr>
            <a:r>
              <a:rPr lang="ko-KR" altLang="en-US" sz="1000">
                <a:solidFill>
                  <a:schemeClr val="bg1"/>
                </a:solidFill>
              </a:rPr>
              <a:t>세상은 괴물을 처치할 수 있는 힘이 ‘선의’와 관련되어 있음을 알게 </a:t>
            </a:r>
            <a:r>
              <a:rPr lang="ko-KR" altLang="en-US" sz="1000">
                <a:solidFill>
                  <a:schemeClr val="bg1"/>
                </a:solidFill>
              </a:rPr>
              <a:t>되고</a:t>
            </a:r>
            <a:r>
              <a:rPr lang="en-US" altLang="ko-KR" sz="1000" smtClean="0">
                <a:solidFill>
                  <a:schemeClr val="bg1"/>
                </a:solidFill>
              </a:rPr>
              <a:t>,</a:t>
            </a:r>
            <a:r>
              <a:rPr lang="en-US" altLang="ko-KR" sz="1000">
                <a:solidFill>
                  <a:schemeClr val="bg1"/>
                </a:solidFill>
              </a:rPr>
              <a:t/>
            </a:r>
            <a:br>
              <a:rPr lang="en-US" altLang="ko-KR" sz="1000">
                <a:solidFill>
                  <a:schemeClr val="bg1"/>
                </a:solidFill>
              </a:rPr>
            </a:br>
            <a:r>
              <a:rPr lang="ko-KR" altLang="en-US" sz="1000">
                <a:solidFill>
                  <a:schemeClr val="bg1"/>
                </a:solidFill>
              </a:rPr>
              <a:t>사람들은 선의 수치를 측정해 등급화하기 </a:t>
            </a:r>
            <a:r>
              <a:rPr lang="ko-KR" altLang="en-US" sz="1000">
                <a:solidFill>
                  <a:schemeClr val="bg1"/>
                </a:solidFill>
              </a:rPr>
              <a:t>시작한다</a:t>
            </a:r>
            <a:r>
              <a:rPr lang="en-US" altLang="ko-KR" sz="1000" smtClean="0">
                <a:solidFill>
                  <a:schemeClr val="bg1"/>
                </a:solidFill>
              </a:rPr>
              <a:t>.</a:t>
            </a:r>
          </a:p>
          <a:p>
            <a:pPr>
              <a:lnSpc>
                <a:spcPct val="120000"/>
              </a:lnSpc>
            </a:pPr>
            <a:endParaRPr lang="en-US" altLang="ko-KR" sz="1000">
              <a:solidFill>
                <a:schemeClr val="bg1"/>
              </a:solidFill>
            </a:endParaRPr>
          </a:p>
          <a:p>
            <a:pPr>
              <a:lnSpc>
                <a:spcPct val="120000"/>
              </a:lnSpc>
            </a:pPr>
            <a:r>
              <a:rPr lang="ko-KR" altLang="en-US" sz="1000">
                <a:solidFill>
                  <a:schemeClr val="bg1"/>
                </a:solidFill>
              </a:rPr>
              <a:t>무한에 가까운 선의를 가진 차한해는 점점 더 많은 기대와 희생을 요구받고</a:t>
            </a:r>
            <a:r>
              <a:rPr lang="en-US" altLang="ko-KR" sz="1000">
                <a:solidFill>
                  <a:schemeClr val="bg1"/>
                </a:solidFill>
              </a:rPr>
              <a:t>,</a:t>
            </a:r>
            <a:br>
              <a:rPr lang="en-US" altLang="ko-KR" sz="1000">
                <a:solidFill>
                  <a:schemeClr val="bg1"/>
                </a:solidFill>
              </a:rPr>
            </a:br>
            <a:r>
              <a:rPr lang="ko-KR" altLang="en-US" sz="1000">
                <a:solidFill>
                  <a:schemeClr val="bg1"/>
                </a:solidFill>
              </a:rPr>
              <a:t>플레이어는 재난 대응</a:t>
            </a:r>
            <a:r>
              <a:rPr lang="en-US" altLang="ko-KR" sz="1000">
                <a:solidFill>
                  <a:schemeClr val="bg1"/>
                </a:solidFill>
              </a:rPr>
              <a:t>, </a:t>
            </a:r>
            <a:r>
              <a:rPr lang="ko-KR" altLang="en-US" sz="1000">
                <a:solidFill>
                  <a:schemeClr val="bg1"/>
                </a:solidFill>
              </a:rPr>
              <a:t>폐교 조사</a:t>
            </a:r>
            <a:r>
              <a:rPr lang="en-US" altLang="ko-KR" sz="1000">
                <a:solidFill>
                  <a:schemeClr val="bg1"/>
                </a:solidFill>
              </a:rPr>
              <a:t>, </a:t>
            </a:r>
            <a:r>
              <a:rPr lang="ko-KR" altLang="en-US" sz="1000">
                <a:solidFill>
                  <a:schemeClr val="bg1"/>
                </a:solidFill>
              </a:rPr>
              <a:t>균열 탐색을 통해 괴물의 정체와 선의의 </a:t>
            </a:r>
            <a:r>
              <a:rPr lang="ko-KR" altLang="en-US" sz="1000">
                <a:solidFill>
                  <a:schemeClr val="bg1"/>
                </a:solidFill>
              </a:rPr>
              <a:t>의미를 </a:t>
            </a:r>
            <a:r>
              <a:rPr lang="ko-KR" altLang="en-US" sz="1000" smtClean="0">
                <a:solidFill>
                  <a:schemeClr val="bg1"/>
                </a:solidFill>
              </a:rPr>
              <a:t>마주한다</a:t>
            </a:r>
            <a:r>
              <a:rPr lang="en-US" altLang="ko-KR" sz="1000" smtClean="0">
                <a:solidFill>
                  <a:schemeClr val="bg1"/>
                </a:solidFill>
              </a:rPr>
              <a:t>.</a:t>
            </a:r>
          </a:p>
          <a:p>
            <a:pPr>
              <a:lnSpc>
                <a:spcPct val="120000"/>
              </a:lnSpc>
            </a:pPr>
            <a:endParaRPr lang="en-US" altLang="ko-KR" sz="1000">
              <a:solidFill>
                <a:schemeClr val="bg1"/>
              </a:solidFill>
            </a:endParaRPr>
          </a:p>
          <a:p>
            <a:pPr>
              <a:lnSpc>
                <a:spcPct val="120000"/>
              </a:lnSpc>
            </a:pPr>
            <a:r>
              <a:rPr lang="ko-KR" altLang="en-US" sz="1000">
                <a:solidFill>
                  <a:schemeClr val="bg1"/>
                </a:solidFill>
              </a:rPr>
              <a:t>마지막 순간</a:t>
            </a:r>
            <a:r>
              <a:rPr lang="en-US" altLang="ko-KR" sz="1000">
                <a:solidFill>
                  <a:schemeClr val="bg1"/>
                </a:solidFill>
              </a:rPr>
              <a:t>, </a:t>
            </a:r>
            <a:r>
              <a:rPr lang="ko-KR" altLang="en-US" sz="1000">
                <a:solidFill>
                  <a:schemeClr val="bg1"/>
                </a:solidFill>
              </a:rPr>
              <a:t>플레이어는</a:t>
            </a:r>
            <a:br>
              <a:rPr lang="ko-KR" altLang="en-US" sz="1000">
                <a:solidFill>
                  <a:schemeClr val="bg1"/>
                </a:solidFill>
              </a:rPr>
            </a:br>
            <a:r>
              <a:rPr lang="ko-KR" altLang="en-US" sz="1000" b="1">
                <a:solidFill>
                  <a:schemeClr val="bg1"/>
                </a:solidFill>
              </a:rPr>
              <a:t>강요된 희생</a:t>
            </a:r>
            <a:r>
              <a:rPr lang="ko-KR" altLang="en-US" sz="1000">
                <a:solidFill>
                  <a:schemeClr val="bg1"/>
                </a:solidFill>
              </a:rPr>
              <a:t>과 </a:t>
            </a:r>
            <a:r>
              <a:rPr lang="ko-KR" altLang="en-US" sz="1000" b="1">
                <a:solidFill>
                  <a:schemeClr val="bg1"/>
                </a:solidFill>
              </a:rPr>
              <a:t>진짜 선택</a:t>
            </a:r>
            <a:r>
              <a:rPr lang="ko-KR" altLang="en-US" sz="1000">
                <a:solidFill>
                  <a:schemeClr val="bg1"/>
                </a:solidFill>
              </a:rPr>
              <a:t> 사이에서 결말을 결정하게 된다</a:t>
            </a:r>
            <a:r>
              <a:rPr lang="en-US" altLang="ko-KR" sz="1000">
                <a:solidFill>
                  <a:schemeClr val="bg1"/>
                </a:solidFill>
              </a:rPr>
              <a:t>.</a:t>
            </a: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6022"/>
          <a:stretch/>
        </p:blipFill>
        <p:spPr>
          <a:xfrm>
            <a:off x="6351632" y="4299052"/>
            <a:ext cx="5272556" cy="219521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20"/>
          <p:cNvSpPr/>
          <p:nvPr/>
        </p:nvSpPr>
        <p:spPr>
          <a:xfrm>
            <a:off x="857251" y="2674144"/>
            <a:ext cx="10477500" cy="19051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2" name="Shape 57"/>
          <p:cNvSpPr/>
          <p:nvPr/>
        </p:nvSpPr>
        <p:spPr>
          <a:xfrm>
            <a:off x="8191500" y="2293144"/>
            <a:ext cx="1524000" cy="757237"/>
          </a:xfrm>
          <a:prstGeom prst="rect">
            <a:avLst/>
          </a:prstGeom>
          <a:solidFill>
            <a:srgbClr val="F4F1EA"/>
          </a:solidFill>
          <a:ln/>
        </p:spPr>
      </p:sp>
      <p:sp>
        <p:nvSpPr>
          <p:cNvPr id="75" name="Shape 21"/>
          <p:cNvSpPr/>
          <p:nvPr/>
        </p:nvSpPr>
        <p:spPr>
          <a:xfrm>
            <a:off x="10097401" y="2296429"/>
            <a:ext cx="1524000" cy="793825"/>
          </a:xfrm>
          <a:prstGeom prst="rect">
            <a:avLst/>
          </a:prstGeom>
          <a:solidFill>
            <a:srgbClr val="F4F1EA"/>
          </a:solidFill>
          <a:ln/>
        </p:spPr>
      </p:sp>
      <p:sp>
        <p:nvSpPr>
          <p:cNvPr id="76" name="Shape 35"/>
          <p:cNvSpPr/>
          <p:nvPr/>
        </p:nvSpPr>
        <p:spPr>
          <a:xfrm>
            <a:off x="10103413" y="2299172"/>
            <a:ext cx="1524000" cy="626269"/>
          </a:xfrm>
          <a:prstGeom prst="rect">
            <a:avLst/>
          </a:prstGeom>
          <a:solidFill>
            <a:srgbClr val="F4F1EA"/>
          </a:solidFill>
          <a:ln/>
        </p:spPr>
      </p:sp>
      <p:sp>
        <p:nvSpPr>
          <p:cNvPr id="72" name="Shape 35"/>
          <p:cNvSpPr/>
          <p:nvPr/>
        </p:nvSpPr>
        <p:spPr>
          <a:xfrm>
            <a:off x="8198784" y="2291184"/>
            <a:ext cx="1524000" cy="626269"/>
          </a:xfrm>
          <a:prstGeom prst="rect">
            <a:avLst/>
          </a:prstGeom>
          <a:solidFill>
            <a:srgbClr val="F4F1EA"/>
          </a:solidFill>
          <a:ln/>
        </p:spPr>
      </p:sp>
      <p:sp>
        <p:nvSpPr>
          <p:cNvPr id="68" name="Shape 21"/>
          <p:cNvSpPr/>
          <p:nvPr/>
        </p:nvSpPr>
        <p:spPr>
          <a:xfrm>
            <a:off x="6283990" y="2289894"/>
            <a:ext cx="1524000" cy="793825"/>
          </a:xfrm>
          <a:prstGeom prst="rect">
            <a:avLst/>
          </a:prstGeom>
          <a:solidFill>
            <a:srgbClr val="F4F1EA"/>
          </a:solidFill>
          <a:ln/>
        </p:spPr>
      </p:sp>
      <p:sp>
        <p:nvSpPr>
          <p:cNvPr id="66" name="Shape 21"/>
          <p:cNvSpPr/>
          <p:nvPr/>
        </p:nvSpPr>
        <p:spPr>
          <a:xfrm>
            <a:off x="4375488" y="2290401"/>
            <a:ext cx="1524000" cy="793825"/>
          </a:xfrm>
          <a:prstGeom prst="rect">
            <a:avLst/>
          </a:prstGeom>
          <a:solidFill>
            <a:srgbClr val="F4F1EA"/>
          </a:solidFill>
          <a:ln/>
        </p:spPr>
      </p:sp>
      <p:sp>
        <p:nvSpPr>
          <p:cNvPr id="64" name="Shape 21"/>
          <p:cNvSpPr/>
          <p:nvPr/>
        </p:nvSpPr>
        <p:spPr>
          <a:xfrm>
            <a:off x="2476501" y="2292500"/>
            <a:ext cx="1524000" cy="793825"/>
          </a:xfrm>
          <a:prstGeom prst="rect">
            <a:avLst/>
          </a:prstGeom>
          <a:solidFill>
            <a:srgbClr val="F4F1EA"/>
          </a:solidFill>
          <a:ln/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AB0D54F-59A7-F0A7-706C-4DF788184FC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 w="38100">
            <a:solidFill>
              <a:srgbClr val="001F3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 18"/>
          <p:cNvSpPr/>
          <p:nvPr/>
        </p:nvSpPr>
        <p:spPr>
          <a:xfrm>
            <a:off x="343664" y="344424"/>
            <a:ext cx="4376737" cy="3847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ko-KR" altLang="en-US" sz="2500" b="1" kern="0" spc="4" smtClean="0">
                <a:solidFill>
                  <a:srgbClr val="000000"/>
                </a:solidFill>
                <a:latin typeface="Space Grotesk Bold" pitchFamily="34" charset="0"/>
              </a:rPr>
              <a:t>퀘스트 전개 도면</a:t>
            </a:r>
            <a:endParaRPr lang="en-US" sz="2500" dirty="0"/>
          </a:p>
        </p:txBody>
      </p:sp>
      <p:sp>
        <p:nvSpPr>
          <p:cNvPr id="4" name="Shape 17"/>
          <p:cNvSpPr/>
          <p:nvPr/>
        </p:nvSpPr>
        <p:spPr>
          <a:xfrm>
            <a:off x="209551" y="891825"/>
            <a:ext cx="11772900" cy="19051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Shape 21"/>
          <p:cNvSpPr/>
          <p:nvPr/>
        </p:nvSpPr>
        <p:spPr>
          <a:xfrm>
            <a:off x="571500" y="2293144"/>
            <a:ext cx="1524000" cy="793825"/>
          </a:xfrm>
          <a:prstGeom prst="rect">
            <a:avLst/>
          </a:prstGeom>
          <a:solidFill>
            <a:srgbClr val="F4F1EA"/>
          </a:solidFill>
          <a:ln/>
        </p:spPr>
      </p:sp>
      <p:sp>
        <p:nvSpPr>
          <p:cNvPr id="10" name="Text 25"/>
          <p:cNvSpPr/>
          <p:nvPr/>
        </p:nvSpPr>
        <p:spPr>
          <a:xfrm>
            <a:off x="720938" y="2436782"/>
            <a:ext cx="822341" cy="23083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500" b="1" dirty="0">
                <a:solidFill>
                  <a:srgbClr val="000000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일상 조작</a:t>
            </a:r>
            <a:endParaRPr lang="en-US" sz="1500" dirty="0"/>
          </a:p>
        </p:txBody>
      </p:sp>
      <p:sp>
        <p:nvSpPr>
          <p:cNvPr id="11" name="Text 26"/>
          <p:cNvSpPr/>
          <p:nvPr/>
        </p:nvSpPr>
        <p:spPr>
          <a:xfrm>
            <a:off x="720938" y="2727906"/>
            <a:ext cx="676467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ko-KR" altLang="en-US" sz="1000" smtClean="0">
                <a:solidFill>
                  <a:srgbClr val="000000">
                    <a:alpha val="70000"/>
                  </a:srgbClr>
                </a:solidFill>
                <a:latin typeface="monospace" pitchFamily="34" charset="0"/>
              </a:rPr>
              <a:t>조작법 학습</a:t>
            </a:r>
            <a:endParaRPr lang="en-US" sz="1000" dirty="0"/>
          </a:p>
        </p:txBody>
      </p:sp>
      <p:sp>
        <p:nvSpPr>
          <p:cNvPr id="12" name="Shape 27"/>
          <p:cNvSpPr/>
          <p:nvPr/>
        </p:nvSpPr>
        <p:spPr>
          <a:xfrm>
            <a:off x="2476500" y="2293144"/>
            <a:ext cx="1524000" cy="626269"/>
          </a:xfrm>
          <a:prstGeom prst="rect">
            <a:avLst/>
          </a:prstGeom>
          <a:solidFill>
            <a:srgbClr val="F4F1EA"/>
          </a:solidFill>
          <a:ln/>
        </p:spPr>
      </p:sp>
      <p:sp>
        <p:nvSpPr>
          <p:cNvPr id="13" name="Shape 28"/>
          <p:cNvSpPr/>
          <p:nvPr/>
        </p:nvSpPr>
        <p:spPr>
          <a:xfrm>
            <a:off x="2447925" y="2264569"/>
            <a:ext cx="95251" cy="95251"/>
          </a:xfrm>
          <a:prstGeom prst="rect">
            <a:avLst/>
          </a:prstGeom>
          <a:solidFill>
            <a:srgbClr val="001F3E"/>
          </a:solidFill>
          <a:ln/>
        </p:spPr>
      </p:sp>
      <p:sp>
        <p:nvSpPr>
          <p:cNvPr id="16" name="Text 31"/>
          <p:cNvSpPr/>
          <p:nvPr/>
        </p:nvSpPr>
        <p:spPr>
          <a:xfrm>
            <a:off x="2644666" y="2436782"/>
            <a:ext cx="1014701" cy="23083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500" b="1" dirty="0">
                <a:solidFill>
                  <a:srgbClr val="000000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동생 심부름</a:t>
            </a:r>
            <a:endParaRPr lang="en-US" sz="1500" dirty="0"/>
          </a:p>
        </p:txBody>
      </p:sp>
      <p:sp>
        <p:nvSpPr>
          <p:cNvPr id="17" name="Text 32"/>
          <p:cNvSpPr/>
          <p:nvPr/>
        </p:nvSpPr>
        <p:spPr>
          <a:xfrm>
            <a:off x="2628895" y="2728820"/>
            <a:ext cx="618759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ko-KR" altLang="en-US" sz="1000" smtClean="0">
                <a:solidFill>
                  <a:srgbClr val="000000">
                    <a:alpha val="70000"/>
                  </a:srgbClr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장소</a:t>
            </a:r>
            <a:r>
              <a:rPr lang="en-US" sz="1000" smtClean="0">
                <a:solidFill>
                  <a:srgbClr val="000000">
                    <a:alpha val="70000"/>
                  </a:srgbClr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 : </a:t>
            </a:r>
            <a:r>
              <a:rPr lang="ko-KR" altLang="en-US" sz="1000" smtClean="0">
                <a:solidFill>
                  <a:srgbClr val="000000">
                    <a:alpha val="70000"/>
                  </a:srgbClr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도심</a:t>
            </a:r>
            <a:endParaRPr lang="en-US" sz="1000" dirty="0"/>
          </a:p>
        </p:txBody>
      </p:sp>
      <p:sp>
        <p:nvSpPr>
          <p:cNvPr id="18" name="Text 33"/>
          <p:cNvSpPr/>
          <p:nvPr/>
        </p:nvSpPr>
        <p:spPr>
          <a:xfrm>
            <a:off x="2705099" y="3044932"/>
            <a:ext cx="347852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00" b="1" smtClean="0">
                <a:solidFill>
                  <a:srgbClr val="4272D2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Sub 1</a:t>
            </a:r>
            <a:endParaRPr lang="en-US" sz="1000" dirty="0">
              <a:solidFill>
                <a:srgbClr val="4272D2"/>
              </a:solidFill>
            </a:endParaRPr>
          </a:p>
        </p:txBody>
      </p:sp>
      <p:sp>
        <p:nvSpPr>
          <p:cNvPr id="19" name="Text 34"/>
          <p:cNvSpPr/>
          <p:nvPr/>
        </p:nvSpPr>
        <p:spPr>
          <a:xfrm>
            <a:off x="2705100" y="3244927"/>
            <a:ext cx="676467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00" dirty="0">
                <a:solidFill>
                  <a:srgbClr val="000000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치킨 심부름</a:t>
            </a:r>
            <a:endParaRPr lang="en-US" sz="1000" dirty="0"/>
          </a:p>
        </p:txBody>
      </p:sp>
      <p:sp>
        <p:nvSpPr>
          <p:cNvPr id="20" name="Shape 35"/>
          <p:cNvSpPr/>
          <p:nvPr/>
        </p:nvSpPr>
        <p:spPr>
          <a:xfrm>
            <a:off x="4381500" y="2293144"/>
            <a:ext cx="1524000" cy="626269"/>
          </a:xfrm>
          <a:prstGeom prst="rect">
            <a:avLst/>
          </a:prstGeom>
          <a:solidFill>
            <a:srgbClr val="F4F1EA"/>
          </a:solidFill>
          <a:ln/>
        </p:spPr>
      </p:sp>
      <p:sp>
        <p:nvSpPr>
          <p:cNvPr id="21" name="Shape 36"/>
          <p:cNvSpPr/>
          <p:nvPr/>
        </p:nvSpPr>
        <p:spPr>
          <a:xfrm>
            <a:off x="4352925" y="2264569"/>
            <a:ext cx="95251" cy="95251"/>
          </a:xfrm>
          <a:prstGeom prst="rect">
            <a:avLst/>
          </a:prstGeom>
          <a:solidFill>
            <a:srgbClr val="001F3E"/>
          </a:solidFill>
          <a:ln/>
        </p:spPr>
      </p:sp>
      <p:sp>
        <p:nvSpPr>
          <p:cNvPr id="24" name="Text 39"/>
          <p:cNvSpPr/>
          <p:nvPr/>
        </p:nvSpPr>
        <p:spPr>
          <a:xfrm>
            <a:off x="4549665" y="2436782"/>
            <a:ext cx="822341" cy="23083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500" b="1" dirty="0">
                <a:solidFill>
                  <a:srgbClr val="000000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공원 청소</a:t>
            </a:r>
            <a:endParaRPr lang="en-US" sz="1500" dirty="0"/>
          </a:p>
        </p:txBody>
      </p:sp>
      <p:sp>
        <p:nvSpPr>
          <p:cNvPr id="25" name="Text 40"/>
          <p:cNvSpPr/>
          <p:nvPr/>
        </p:nvSpPr>
        <p:spPr>
          <a:xfrm>
            <a:off x="4533895" y="2728820"/>
            <a:ext cx="910506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ko-KR" altLang="en-US" sz="1000" smtClean="0">
                <a:solidFill>
                  <a:srgbClr val="000000">
                    <a:alpha val="70000"/>
                  </a:srgbClr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장소 </a:t>
            </a:r>
            <a:r>
              <a:rPr lang="en-US" altLang="ko-KR" sz="1000" smtClean="0">
                <a:solidFill>
                  <a:srgbClr val="000000">
                    <a:alpha val="70000"/>
                  </a:srgbClr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: </a:t>
            </a:r>
            <a:r>
              <a:rPr lang="ko-KR" altLang="en-US" sz="1000" smtClean="0">
                <a:solidFill>
                  <a:srgbClr val="000000">
                    <a:alpha val="70000"/>
                  </a:srgbClr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도심 공원</a:t>
            </a:r>
            <a:endParaRPr lang="en-US" sz="1000" dirty="0"/>
          </a:p>
        </p:txBody>
      </p:sp>
      <p:sp>
        <p:nvSpPr>
          <p:cNvPr id="26" name="Text 41"/>
          <p:cNvSpPr/>
          <p:nvPr/>
        </p:nvSpPr>
        <p:spPr>
          <a:xfrm>
            <a:off x="4610100" y="3044932"/>
            <a:ext cx="347852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00" b="1" smtClean="0">
                <a:solidFill>
                  <a:srgbClr val="4272D2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Sub 1</a:t>
            </a:r>
            <a:endParaRPr lang="en-US" sz="1000" dirty="0">
              <a:solidFill>
                <a:srgbClr val="4272D2"/>
              </a:solidFill>
            </a:endParaRPr>
          </a:p>
        </p:txBody>
      </p:sp>
      <p:sp>
        <p:nvSpPr>
          <p:cNvPr id="27" name="Text 42"/>
          <p:cNvSpPr/>
          <p:nvPr/>
        </p:nvSpPr>
        <p:spPr>
          <a:xfrm>
            <a:off x="4610100" y="3244927"/>
            <a:ext cx="839974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00" dirty="0">
                <a:solidFill>
                  <a:srgbClr val="000000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우정 반지 찾기</a:t>
            </a:r>
            <a:endParaRPr lang="en-US" sz="1000" dirty="0"/>
          </a:p>
        </p:txBody>
      </p:sp>
      <p:sp>
        <p:nvSpPr>
          <p:cNvPr id="28" name="Text 43"/>
          <p:cNvSpPr/>
          <p:nvPr/>
        </p:nvSpPr>
        <p:spPr>
          <a:xfrm>
            <a:off x="4610100" y="3648450"/>
            <a:ext cx="347852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00" b="1" smtClean="0">
                <a:solidFill>
                  <a:srgbClr val="4272D2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Sub 2</a:t>
            </a:r>
            <a:endParaRPr lang="en-US" sz="1000" dirty="0">
              <a:solidFill>
                <a:srgbClr val="4272D2"/>
              </a:solidFill>
            </a:endParaRPr>
          </a:p>
        </p:txBody>
      </p:sp>
      <p:sp>
        <p:nvSpPr>
          <p:cNvPr id="29" name="Text 44"/>
          <p:cNvSpPr/>
          <p:nvPr/>
        </p:nvSpPr>
        <p:spPr>
          <a:xfrm>
            <a:off x="4610099" y="3844759"/>
            <a:ext cx="711733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00" dirty="0">
                <a:solidFill>
                  <a:srgbClr val="000000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균열 앞 사진</a:t>
            </a:r>
            <a:endParaRPr lang="en-US" sz="1000" dirty="0"/>
          </a:p>
        </p:txBody>
      </p:sp>
      <p:sp>
        <p:nvSpPr>
          <p:cNvPr id="30" name="Shape 45"/>
          <p:cNvSpPr/>
          <p:nvPr/>
        </p:nvSpPr>
        <p:spPr>
          <a:xfrm>
            <a:off x="6286500" y="2293144"/>
            <a:ext cx="1524000" cy="626269"/>
          </a:xfrm>
          <a:prstGeom prst="rect">
            <a:avLst/>
          </a:prstGeom>
          <a:solidFill>
            <a:srgbClr val="F4F1EA"/>
          </a:solidFill>
          <a:ln/>
        </p:spPr>
      </p:sp>
      <p:sp>
        <p:nvSpPr>
          <p:cNvPr id="34" name="Text 49"/>
          <p:cNvSpPr/>
          <p:nvPr/>
        </p:nvSpPr>
        <p:spPr>
          <a:xfrm>
            <a:off x="6454665" y="2436782"/>
            <a:ext cx="822341" cy="23083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500" b="1" dirty="0">
                <a:solidFill>
                  <a:srgbClr val="F1B641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재난 대응</a:t>
            </a:r>
            <a:endParaRPr lang="en-US" sz="1500" dirty="0">
              <a:solidFill>
                <a:srgbClr val="F1B641"/>
              </a:solidFill>
            </a:endParaRPr>
          </a:p>
        </p:txBody>
      </p:sp>
      <p:sp>
        <p:nvSpPr>
          <p:cNvPr id="35" name="Text 50"/>
          <p:cNvSpPr/>
          <p:nvPr/>
        </p:nvSpPr>
        <p:spPr>
          <a:xfrm>
            <a:off x="6438895" y="2728820"/>
            <a:ext cx="1038746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ko-KR" altLang="en-US" sz="1000" smtClean="0">
                <a:solidFill>
                  <a:srgbClr val="000000">
                    <a:alpha val="70000"/>
                  </a:srgbClr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장소 </a:t>
            </a:r>
            <a:r>
              <a:rPr lang="en-US" altLang="ko-KR" sz="1000" smtClean="0">
                <a:solidFill>
                  <a:srgbClr val="000000">
                    <a:alpha val="70000"/>
                  </a:srgbClr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: </a:t>
            </a:r>
            <a:r>
              <a:rPr lang="ko-KR" altLang="en-US" sz="1000" smtClean="0">
                <a:solidFill>
                  <a:srgbClr val="000000">
                    <a:alpha val="70000"/>
                  </a:srgbClr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붕괴된 도시</a:t>
            </a:r>
            <a:endParaRPr lang="en-US" sz="1000" dirty="0"/>
          </a:p>
        </p:txBody>
      </p:sp>
      <p:sp>
        <p:nvSpPr>
          <p:cNvPr id="36" name="Text 51"/>
          <p:cNvSpPr/>
          <p:nvPr/>
        </p:nvSpPr>
        <p:spPr>
          <a:xfrm>
            <a:off x="6515100" y="3044932"/>
            <a:ext cx="347852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00" b="1" smtClean="0">
                <a:solidFill>
                  <a:srgbClr val="4272D2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Sub 1</a:t>
            </a:r>
            <a:endParaRPr lang="en-US" sz="1000" dirty="0">
              <a:solidFill>
                <a:srgbClr val="4272D2"/>
              </a:solidFill>
            </a:endParaRPr>
          </a:p>
        </p:txBody>
      </p:sp>
      <p:sp>
        <p:nvSpPr>
          <p:cNvPr id="37" name="Text 52"/>
          <p:cNvSpPr/>
          <p:nvPr/>
        </p:nvSpPr>
        <p:spPr>
          <a:xfrm>
            <a:off x="6515100" y="3244927"/>
            <a:ext cx="676467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00" dirty="0">
                <a:solidFill>
                  <a:srgbClr val="000000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대피소 지원</a:t>
            </a:r>
            <a:endParaRPr lang="en-US" sz="1000" dirty="0"/>
          </a:p>
        </p:txBody>
      </p:sp>
      <p:sp>
        <p:nvSpPr>
          <p:cNvPr id="38" name="Text 53"/>
          <p:cNvSpPr/>
          <p:nvPr/>
        </p:nvSpPr>
        <p:spPr>
          <a:xfrm>
            <a:off x="6515100" y="3648450"/>
            <a:ext cx="347852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00" b="1" smtClean="0">
                <a:solidFill>
                  <a:srgbClr val="4272D2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Sub 2</a:t>
            </a:r>
            <a:endParaRPr lang="en-US" sz="1000" dirty="0">
              <a:solidFill>
                <a:srgbClr val="4272D2"/>
              </a:solidFill>
            </a:endParaRPr>
          </a:p>
        </p:txBody>
      </p:sp>
      <p:sp>
        <p:nvSpPr>
          <p:cNvPr id="39" name="Text 54"/>
          <p:cNvSpPr/>
          <p:nvPr/>
        </p:nvSpPr>
        <p:spPr>
          <a:xfrm>
            <a:off x="6515100" y="3844759"/>
            <a:ext cx="676467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00" dirty="0">
                <a:solidFill>
                  <a:srgbClr val="000000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강아지 찾기</a:t>
            </a:r>
            <a:endParaRPr lang="en-US" sz="1000" dirty="0"/>
          </a:p>
        </p:txBody>
      </p:sp>
      <p:sp>
        <p:nvSpPr>
          <p:cNvPr id="40" name="Text 55"/>
          <p:cNvSpPr/>
          <p:nvPr/>
        </p:nvSpPr>
        <p:spPr>
          <a:xfrm>
            <a:off x="6515100" y="4248282"/>
            <a:ext cx="347852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00" b="1" smtClean="0">
                <a:solidFill>
                  <a:srgbClr val="4272D2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Sub 2</a:t>
            </a:r>
            <a:endParaRPr lang="en-US" sz="1000" dirty="0">
              <a:solidFill>
                <a:srgbClr val="4272D2"/>
              </a:solidFill>
            </a:endParaRPr>
          </a:p>
        </p:txBody>
      </p:sp>
      <p:sp>
        <p:nvSpPr>
          <p:cNvPr id="41" name="Text 56"/>
          <p:cNvSpPr/>
          <p:nvPr/>
        </p:nvSpPr>
        <p:spPr>
          <a:xfrm>
            <a:off x="6515100" y="4454466"/>
            <a:ext cx="676467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00" dirty="0">
                <a:solidFill>
                  <a:srgbClr val="000000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괴물 목격담</a:t>
            </a:r>
            <a:endParaRPr lang="en-US" sz="1000" dirty="0"/>
          </a:p>
        </p:txBody>
      </p:sp>
      <p:sp>
        <p:nvSpPr>
          <p:cNvPr id="43" name="Shape 58"/>
          <p:cNvSpPr/>
          <p:nvPr/>
        </p:nvSpPr>
        <p:spPr>
          <a:xfrm>
            <a:off x="8162925" y="2264569"/>
            <a:ext cx="95251" cy="95251"/>
          </a:xfrm>
          <a:prstGeom prst="rect">
            <a:avLst/>
          </a:prstGeom>
          <a:solidFill>
            <a:srgbClr val="001F3E"/>
          </a:solidFill>
          <a:ln/>
        </p:spPr>
      </p:sp>
      <p:sp>
        <p:nvSpPr>
          <p:cNvPr id="46" name="Text 61"/>
          <p:cNvSpPr/>
          <p:nvPr/>
        </p:nvSpPr>
        <p:spPr>
          <a:xfrm>
            <a:off x="8359665" y="2436782"/>
            <a:ext cx="822341" cy="23083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500" b="1" dirty="0">
                <a:solidFill>
                  <a:srgbClr val="000000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폐교 챕터</a:t>
            </a:r>
            <a:endParaRPr lang="en-US" sz="1500" dirty="0"/>
          </a:p>
        </p:txBody>
      </p:sp>
      <p:sp>
        <p:nvSpPr>
          <p:cNvPr id="47" name="Text 62"/>
          <p:cNvSpPr/>
          <p:nvPr/>
        </p:nvSpPr>
        <p:spPr>
          <a:xfrm>
            <a:off x="8343895" y="2728820"/>
            <a:ext cx="618759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ko-KR" altLang="en-US" sz="1000" smtClean="0">
                <a:solidFill>
                  <a:srgbClr val="000000">
                    <a:alpha val="70000"/>
                  </a:srgbClr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장소 </a:t>
            </a:r>
            <a:r>
              <a:rPr lang="en-US" altLang="ko-KR" sz="1000" smtClean="0">
                <a:solidFill>
                  <a:srgbClr val="000000">
                    <a:alpha val="70000"/>
                  </a:srgbClr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: </a:t>
            </a:r>
            <a:r>
              <a:rPr lang="ko-KR" altLang="en-US" sz="1000" smtClean="0">
                <a:solidFill>
                  <a:srgbClr val="000000">
                    <a:alpha val="70000"/>
                  </a:srgbClr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폐교</a:t>
            </a:r>
            <a:endParaRPr lang="en-US" sz="1000" dirty="0"/>
          </a:p>
        </p:txBody>
      </p:sp>
      <p:sp>
        <p:nvSpPr>
          <p:cNvPr id="48" name="Text 63"/>
          <p:cNvSpPr/>
          <p:nvPr/>
        </p:nvSpPr>
        <p:spPr>
          <a:xfrm>
            <a:off x="8420099" y="3044932"/>
            <a:ext cx="347852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00" b="1" smtClean="0">
                <a:solidFill>
                  <a:srgbClr val="4272D2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Sub 1</a:t>
            </a:r>
            <a:endParaRPr lang="en-US" sz="1000" dirty="0">
              <a:solidFill>
                <a:srgbClr val="4272D2"/>
              </a:solidFill>
            </a:endParaRPr>
          </a:p>
        </p:txBody>
      </p:sp>
      <p:sp>
        <p:nvSpPr>
          <p:cNvPr id="49" name="Text 64"/>
          <p:cNvSpPr/>
          <p:nvPr/>
        </p:nvSpPr>
        <p:spPr>
          <a:xfrm>
            <a:off x="8420100" y="3244927"/>
            <a:ext cx="839974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00" dirty="0">
                <a:solidFill>
                  <a:srgbClr val="000000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기억 단서 수집</a:t>
            </a:r>
            <a:endParaRPr lang="en-US" sz="1000" dirty="0"/>
          </a:p>
        </p:txBody>
      </p:sp>
      <p:sp>
        <p:nvSpPr>
          <p:cNvPr id="50" name="Shape 65"/>
          <p:cNvSpPr/>
          <p:nvPr/>
        </p:nvSpPr>
        <p:spPr>
          <a:xfrm>
            <a:off x="10096500" y="2293144"/>
            <a:ext cx="1524000" cy="626269"/>
          </a:xfrm>
          <a:prstGeom prst="rect">
            <a:avLst/>
          </a:prstGeom>
          <a:solidFill>
            <a:srgbClr val="F4F1EA"/>
          </a:solidFill>
          <a:ln/>
        </p:spPr>
      </p:sp>
      <p:sp>
        <p:nvSpPr>
          <p:cNvPr id="54" name="Text 69"/>
          <p:cNvSpPr/>
          <p:nvPr/>
        </p:nvSpPr>
        <p:spPr>
          <a:xfrm>
            <a:off x="10264665" y="2436782"/>
            <a:ext cx="822341" cy="23083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500" b="1" dirty="0">
                <a:solidFill>
                  <a:srgbClr val="001F3E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균열 탐색</a:t>
            </a:r>
            <a:endParaRPr lang="en-US" sz="1500" dirty="0">
              <a:solidFill>
                <a:srgbClr val="001F3E"/>
              </a:solidFill>
            </a:endParaRPr>
          </a:p>
        </p:txBody>
      </p:sp>
      <p:sp>
        <p:nvSpPr>
          <p:cNvPr id="55" name="Text 70"/>
          <p:cNvSpPr/>
          <p:nvPr/>
        </p:nvSpPr>
        <p:spPr>
          <a:xfrm>
            <a:off x="10248895" y="2728820"/>
            <a:ext cx="910506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ko-KR" altLang="en-US" sz="1000" smtClean="0">
                <a:solidFill>
                  <a:srgbClr val="000000">
                    <a:alpha val="70000"/>
                  </a:srgbClr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장소 </a:t>
            </a:r>
            <a:r>
              <a:rPr lang="en-US" altLang="ko-KR" sz="1000" smtClean="0">
                <a:solidFill>
                  <a:srgbClr val="000000">
                    <a:alpha val="70000"/>
                  </a:srgbClr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: </a:t>
            </a:r>
            <a:r>
              <a:rPr lang="ko-KR" altLang="en-US" sz="1000" smtClean="0">
                <a:solidFill>
                  <a:srgbClr val="000000">
                    <a:alpha val="70000"/>
                  </a:srgbClr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균열 내부</a:t>
            </a:r>
            <a:endParaRPr lang="en-US" sz="1000" dirty="0"/>
          </a:p>
        </p:txBody>
      </p:sp>
      <p:sp>
        <p:nvSpPr>
          <p:cNvPr id="56" name="Text 71"/>
          <p:cNvSpPr/>
          <p:nvPr/>
        </p:nvSpPr>
        <p:spPr>
          <a:xfrm>
            <a:off x="10325099" y="3044932"/>
            <a:ext cx="347852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00" b="1" smtClean="0">
                <a:solidFill>
                  <a:srgbClr val="001F3E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Sub 2</a:t>
            </a:r>
            <a:endParaRPr lang="en-US" sz="1000" dirty="0">
              <a:solidFill>
                <a:srgbClr val="001F3E"/>
              </a:solidFill>
            </a:endParaRPr>
          </a:p>
        </p:txBody>
      </p:sp>
      <p:sp>
        <p:nvSpPr>
          <p:cNvPr id="57" name="Text 72"/>
          <p:cNvSpPr/>
          <p:nvPr/>
        </p:nvSpPr>
        <p:spPr>
          <a:xfrm>
            <a:off x="10325100" y="3244927"/>
            <a:ext cx="839974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00" dirty="0">
                <a:solidFill>
                  <a:srgbClr val="000000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기억 조각 수집</a:t>
            </a:r>
            <a:endParaRPr lang="en-US" sz="1000" dirty="0"/>
          </a:p>
        </p:txBody>
      </p:sp>
      <p:sp>
        <p:nvSpPr>
          <p:cNvPr id="58" name="Text 75"/>
          <p:cNvSpPr/>
          <p:nvPr/>
        </p:nvSpPr>
        <p:spPr>
          <a:xfrm>
            <a:off x="781052" y="6262103"/>
            <a:ext cx="652423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00" smtClean="0">
                <a:solidFill>
                  <a:srgbClr val="000000"/>
                </a:solidFill>
                <a:latin typeface="monospace" pitchFamily="34" charset="0"/>
                <a:ea typeface="monospace" pitchFamily="34" charset="-122"/>
              </a:rPr>
              <a:t>Main Quest</a:t>
            </a:r>
            <a:endParaRPr lang="en-US" sz="1000" dirty="0"/>
          </a:p>
        </p:txBody>
      </p:sp>
      <p:sp>
        <p:nvSpPr>
          <p:cNvPr id="59" name="Text 76"/>
          <p:cNvSpPr/>
          <p:nvPr/>
        </p:nvSpPr>
        <p:spPr>
          <a:xfrm>
            <a:off x="2095501" y="6262103"/>
            <a:ext cx="426399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00" smtClean="0">
                <a:solidFill>
                  <a:srgbClr val="000000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Tutorial</a:t>
            </a:r>
            <a:endParaRPr lang="en-US" sz="1000" dirty="0"/>
          </a:p>
        </p:txBody>
      </p:sp>
      <p:sp>
        <p:nvSpPr>
          <p:cNvPr id="60" name="Text 77"/>
          <p:cNvSpPr/>
          <p:nvPr/>
        </p:nvSpPr>
        <p:spPr>
          <a:xfrm>
            <a:off x="3238501" y="6262103"/>
            <a:ext cx="601127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00" smtClean="0">
                <a:solidFill>
                  <a:srgbClr val="000000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Sub Quest</a:t>
            </a:r>
            <a:endParaRPr lang="en-US" sz="1000" dirty="0"/>
          </a:p>
        </p:txBody>
      </p:sp>
      <p:sp>
        <p:nvSpPr>
          <p:cNvPr id="61" name="Text 78"/>
          <p:cNvSpPr/>
          <p:nvPr/>
        </p:nvSpPr>
        <p:spPr>
          <a:xfrm>
            <a:off x="4610100" y="6262103"/>
            <a:ext cx="283732" cy="1538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00" smtClean="0">
                <a:solidFill>
                  <a:srgbClr val="000000"/>
                </a:solidFill>
                <a:latin typeface="monospace" pitchFamily="34" charset="0"/>
                <a:ea typeface="monospace" pitchFamily="34" charset="-122"/>
              </a:rPr>
              <a:t>Boss</a:t>
            </a:r>
            <a:endParaRPr lang="en-US" sz="1000" dirty="0"/>
          </a:p>
        </p:txBody>
      </p:sp>
      <p:sp>
        <p:nvSpPr>
          <p:cNvPr id="62" name="Shape 74"/>
          <p:cNvSpPr/>
          <p:nvPr/>
        </p:nvSpPr>
        <p:spPr>
          <a:xfrm>
            <a:off x="590551" y="6174582"/>
            <a:ext cx="11010900" cy="9525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3" name="직사각형 62"/>
          <p:cNvSpPr/>
          <p:nvPr/>
        </p:nvSpPr>
        <p:spPr>
          <a:xfrm>
            <a:off x="571503" y="2296299"/>
            <a:ext cx="1517985" cy="677882"/>
          </a:xfrm>
          <a:prstGeom prst="rect">
            <a:avLst/>
          </a:prstGeom>
          <a:noFill/>
          <a:ln w="28575">
            <a:solidFill>
              <a:srgbClr val="A9AAB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 24"/>
          <p:cNvSpPr/>
          <p:nvPr/>
        </p:nvSpPr>
        <p:spPr>
          <a:xfrm>
            <a:off x="1626028" y="2218903"/>
            <a:ext cx="407440" cy="148482"/>
          </a:xfrm>
          <a:prstGeom prst="rect">
            <a:avLst/>
          </a:prstGeom>
          <a:solidFill>
            <a:srgbClr val="A9AAB7"/>
          </a:solidFill>
          <a:ln/>
        </p:spPr>
        <p:txBody>
          <a:bodyPr wrap="none" lIns="45381" tIns="22691" rIns="45381" bIns="22691" rtlCol="0" anchor="t">
            <a:spAutoFit/>
          </a:bodyPr>
          <a:lstStyle/>
          <a:p>
            <a:r>
              <a:rPr lang="en-US" sz="667" b="1" smtClean="0">
                <a:solidFill>
                  <a:srgbClr val="F4F1EA"/>
                </a:solidFill>
              </a:rPr>
              <a:t>Tutorial</a:t>
            </a:r>
            <a:endParaRPr lang="en-US" sz="667" b="1" dirty="0">
              <a:solidFill>
                <a:srgbClr val="F4F1EA"/>
              </a:solidFill>
            </a:endParaRPr>
          </a:p>
        </p:txBody>
      </p:sp>
      <p:sp>
        <p:nvSpPr>
          <p:cNvPr id="65" name="직사각형 64"/>
          <p:cNvSpPr/>
          <p:nvPr/>
        </p:nvSpPr>
        <p:spPr>
          <a:xfrm>
            <a:off x="2476504" y="2295655"/>
            <a:ext cx="1517985" cy="677882"/>
          </a:xfrm>
          <a:prstGeom prst="rect">
            <a:avLst/>
          </a:prstGeom>
          <a:noFill/>
          <a:ln w="28575">
            <a:solidFill>
              <a:srgbClr val="001F3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 30"/>
          <p:cNvSpPr/>
          <p:nvPr/>
        </p:nvSpPr>
        <p:spPr>
          <a:xfrm>
            <a:off x="3498057" y="2197894"/>
            <a:ext cx="359350" cy="148482"/>
          </a:xfrm>
          <a:prstGeom prst="rect">
            <a:avLst/>
          </a:prstGeom>
          <a:solidFill>
            <a:srgbClr val="001F3E"/>
          </a:solidFill>
          <a:ln/>
        </p:spPr>
        <p:txBody>
          <a:bodyPr wrap="none" lIns="45381" tIns="22691" rIns="45381" bIns="22691" rtlCol="0" anchor="t">
            <a:spAutoFit/>
          </a:bodyPr>
          <a:lstStyle/>
          <a:p>
            <a:r>
              <a:rPr lang="en-US" sz="667" b="1" smtClean="0">
                <a:solidFill>
                  <a:srgbClr val="F4F1EA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Main 1</a:t>
            </a:r>
            <a:endParaRPr lang="en-US" sz="667" dirty="0"/>
          </a:p>
        </p:txBody>
      </p:sp>
      <p:sp>
        <p:nvSpPr>
          <p:cNvPr id="67" name="직사각형 66"/>
          <p:cNvSpPr/>
          <p:nvPr/>
        </p:nvSpPr>
        <p:spPr>
          <a:xfrm>
            <a:off x="4375491" y="2293556"/>
            <a:ext cx="1517985" cy="677882"/>
          </a:xfrm>
          <a:prstGeom prst="rect">
            <a:avLst/>
          </a:prstGeom>
          <a:noFill/>
          <a:ln w="28575">
            <a:solidFill>
              <a:srgbClr val="001F3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 38"/>
          <p:cNvSpPr/>
          <p:nvPr/>
        </p:nvSpPr>
        <p:spPr>
          <a:xfrm>
            <a:off x="5388770" y="2197894"/>
            <a:ext cx="359350" cy="148482"/>
          </a:xfrm>
          <a:prstGeom prst="rect">
            <a:avLst/>
          </a:prstGeom>
          <a:solidFill>
            <a:srgbClr val="001F3E"/>
          </a:solidFill>
          <a:ln/>
        </p:spPr>
        <p:txBody>
          <a:bodyPr wrap="none" lIns="45381" tIns="22691" rIns="45381" bIns="22691" rtlCol="0" anchor="t">
            <a:spAutoFit/>
          </a:bodyPr>
          <a:lstStyle/>
          <a:p>
            <a:r>
              <a:rPr lang="en-US" sz="667" b="1" smtClean="0">
                <a:solidFill>
                  <a:srgbClr val="F4F1EA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Main 2</a:t>
            </a:r>
            <a:endParaRPr lang="en-US" sz="667" dirty="0"/>
          </a:p>
        </p:txBody>
      </p:sp>
      <p:sp>
        <p:nvSpPr>
          <p:cNvPr id="69" name="직사각형 68"/>
          <p:cNvSpPr/>
          <p:nvPr/>
        </p:nvSpPr>
        <p:spPr>
          <a:xfrm>
            <a:off x="6283993" y="2293049"/>
            <a:ext cx="1517985" cy="677882"/>
          </a:xfrm>
          <a:prstGeom prst="rect">
            <a:avLst/>
          </a:prstGeom>
          <a:noFill/>
          <a:ln w="28575">
            <a:solidFill>
              <a:srgbClr val="F1B64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 48"/>
          <p:cNvSpPr/>
          <p:nvPr/>
        </p:nvSpPr>
        <p:spPr>
          <a:xfrm>
            <a:off x="7293770" y="2197894"/>
            <a:ext cx="359350" cy="148482"/>
          </a:xfrm>
          <a:prstGeom prst="rect">
            <a:avLst/>
          </a:prstGeom>
          <a:solidFill>
            <a:srgbClr val="F9CE63"/>
          </a:solidFill>
          <a:ln/>
        </p:spPr>
        <p:txBody>
          <a:bodyPr wrap="none" lIns="45381" tIns="22691" rIns="45381" bIns="22691" rtlCol="0" anchor="t">
            <a:spAutoFit/>
          </a:bodyPr>
          <a:lstStyle/>
          <a:p>
            <a:r>
              <a:rPr lang="en-US" sz="667" b="1" smtClean="0">
                <a:solidFill>
                  <a:srgbClr val="F4F1EA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Main 3</a:t>
            </a:r>
            <a:endParaRPr lang="en-US" sz="667" dirty="0"/>
          </a:p>
        </p:txBody>
      </p:sp>
      <p:sp>
        <p:nvSpPr>
          <p:cNvPr id="31" name="Shape 46"/>
          <p:cNvSpPr/>
          <p:nvPr/>
        </p:nvSpPr>
        <p:spPr>
          <a:xfrm>
            <a:off x="6257925" y="2264569"/>
            <a:ext cx="95251" cy="95251"/>
          </a:xfrm>
          <a:prstGeom prst="rect">
            <a:avLst/>
          </a:prstGeom>
          <a:solidFill>
            <a:srgbClr val="001F3E"/>
          </a:solidFill>
          <a:ln/>
        </p:spPr>
      </p:sp>
      <p:sp>
        <p:nvSpPr>
          <p:cNvPr id="78" name="직사각형 77"/>
          <p:cNvSpPr/>
          <p:nvPr/>
        </p:nvSpPr>
        <p:spPr>
          <a:xfrm>
            <a:off x="10097404" y="2299584"/>
            <a:ext cx="1517985" cy="677882"/>
          </a:xfrm>
          <a:prstGeom prst="rect">
            <a:avLst/>
          </a:prstGeom>
          <a:noFill/>
          <a:ln w="28575">
            <a:solidFill>
              <a:srgbClr val="001F3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Text 68"/>
          <p:cNvSpPr/>
          <p:nvPr/>
        </p:nvSpPr>
        <p:spPr>
          <a:xfrm>
            <a:off x="11103770" y="2197894"/>
            <a:ext cx="359350" cy="148482"/>
          </a:xfrm>
          <a:prstGeom prst="rect">
            <a:avLst/>
          </a:prstGeom>
          <a:solidFill>
            <a:srgbClr val="001F3E"/>
          </a:solidFill>
          <a:ln/>
        </p:spPr>
        <p:txBody>
          <a:bodyPr wrap="none" lIns="45381" tIns="22691" rIns="45381" bIns="22691" rtlCol="0" anchor="t">
            <a:spAutoFit/>
          </a:bodyPr>
          <a:lstStyle/>
          <a:p>
            <a:r>
              <a:rPr lang="en-US" sz="667" b="1" smtClean="0">
                <a:solidFill>
                  <a:srgbClr val="F4F1EA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Main 5</a:t>
            </a:r>
            <a:endParaRPr lang="en-US" sz="667" dirty="0"/>
          </a:p>
        </p:txBody>
      </p:sp>
      <p:sp>
        <p:nvSpPr>
          <p:cNvPr id="51" name="Shape 66"/>
          <p:cNvSpPr/>
          <p:nvPr/>
        </p:nvSpPr>
        <p:spPr>
          <a:xfrm>
            <a:off x="10067925" y="2264569"/>
            <a:ext cx="95251" cy="95251"/>
          </a:xfrm>
          <a:prstGeom prst="rect">
            <a:avLst/>
          </a:prstGeom>
          <a:solidFill>
            <a:srgbClr val="001F3E"/>
          </a:solidFill>
          <a:ln/>
        </p:spPr>
      </p:sp>
      <p:sp>
        <p:nvSpPr>
          <p:cNvPr id="45" name="Text 60"/>
          <p:cNvSpPr/>
          <p:nvPr/>
        </p:nvSpPr>
        <p:spPr>
          <a:xfrm>
            <a:off x="9196389" y="2197894"/>
            <a:ext cx="359350" cy="148482"/>
          </a:xfrm>
          <a:prstGeom prst="rect">
            <a:avLst/>
          </a:prstGeom>
          <a:solidFill>
            <a:srgbClr val="001F3E"/>
          </a:solidFill>
          <a:ln/>
        </p:spPr>
        <p:txBody>
          <a:bodyPr wrap="none" lIns="45381" tIns="22691" rIns="45381" bIns="22691" rtlCol="0" anchor="t">
            <a:spAutoFit/>
          </a:bodyPr>
          <a:lstStyle/>
          <a:p>
            <a:r>
              <a:rPr lang="en-US" sz="667" b="1" smtClean="0">
                <a:solidFill>
                  <a:srgbClr val="F4F1EA"/>
                </a:solidFill>
                <a:latin typeface="Space Grotesk Bold" pitchFamily="34" charset="0"/>
                <a:ea typeface="Space Grotesk Bold" pitchFamily="34" charset="-122"/>
                <a:cs typeface="Space Grotesk Bold" pitchFamily="34" charset="-120"/>
              </a:rPr>
              <a:t>Main 4</a:t>
            </a:r>
            <a:endParaRPr lang="en-US" sz="667" dirty="0"/>
          </a:p>
        </p:txBody>
      </p:sp>
      <p:sp>
        <p:nvSpPr>
          <p:cNvPr id="74" name="직사각형 73"/>
          <p:cNvSpPr/>
          <p:nvPr/>
        </p:nvSpPr>
        <p:spPr>
          <a:xfrm>
            <a:off x="8192775" y="2291596"/>
            <a:ext cx="1517985" cy="677882"/>
          </a:xfrm>
          <a:prstGeom prst="rect">
            <a:avLst/>
          </a:prstGeom>
          <a:noFill/>
          <a:ln w="28575">
            <a:solidFill>
              <a:srgbClr val="001F3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Shape 22"/>
          <p:cNvSpPr/>
          <p:nvPr/>
        </p:nvSpPr>
        <p:spPr>
          <a:xfrm>
            <a:off x="542925" y="2264569"/>
            <a:ext cx="95251" cy="95251"/>
          </a:xfrm>
          <a:prstGeom prst="rect">
            <a:avLst/>
          </a:prstGeom>
          <a:solidFill>
            <a:srgbClr val="001F3E"/>
          </a:solidFill>
          <a:ln/>
        </p:spPr>
      </p:sp>
      <p:sp>
        <p:nvSpPr>
          <p:cNvPr id="80" name="직사각형 79"/>
          <p:cNvSpPr/>
          <p:nvPr/>
        </p:nvSpPr>
        <p:spPr>
          <a:xfrm>
            <a:off x="1829748" y="6261803"/>
            <a:ext cx="154188" cy="154188"/>
          </a:xfrm>
          <a:prstGeom prst="rect">
            <a:avLst/>
          </a:prstGeom>
          <a:noFill/>
          <a:ln w="28575">
            <a:solidFill>
              <a:srgbClr val="A9AAB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직사각형 80"/>
          <p:cNvSpPr/>
          <p:nvPr/>
        </p:nvSpPr>
        <p:spPr>
          <a:xfrm>
            <a:off x="513456" y="6267004"/>
            <a:ext cx="154188" cy="154188"/>
          </a:xfrm>
          <a:prstGeom prst="rect">
            <a:avLst/>
          </a:prstGeom>
          <a:noFill/>
          <a:ln w="28575">
            <a:solidFill>
              <a:srgbClr val="001F3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5" name="직선 연결선 84"/>
          <p:cNvCxnSpPr/>
          <p:nvPr/>
        </p:nvCxnSpPr>
        <p:spPr>
          <a:xfrm>
            <a:off x="2597804" y="2977466"/>
            <a:ext cx="0" cy="482014"/>
          </a:xfrm>
          <a:prstGeom prst="line">
            <a:avLst/>
          </a:prstGeom>
          <a:ln w="28575">
            <a:solidFill>
              <a:srgbClr val="001F3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연결선 88"/>
          <p:cNvCxnSpPr/>
          <p:nvPr/>
        </p:nvCxnSpPr>
        <p:spPr>
          <a:xfrm>
            <a:off x="4533279" y="2977466"/>
            <a:ext cx="0" cy="482014"/>
          </a:xfrm>
          <a:prstGeom prst="line">
            <a:avLst/>
          </a:prstGeom>
          <a:ln w="28575">
            <a:solidFill>
              <a:srgbClr val="001F3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연결선 89"/>
          <p:cNvCxnSpPr/>
          <p:nvPr/>
        </p:nvCxnSpPr>
        <p:spPr>
          <a:xfrm>
            <a:off x="4533279" y="3594312"/>
            <a:ext cx="0" cy="482014"/>
          </a:xfrm>
          <a:prstGeom prst="line">
            <a:avLst/>
          </a:prstGeom>
          <a:ln w="28575">
            <a:solidFill>
              <a:srgbClr val="001F3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연결선 90"/>
          <p:cNvCxnSpPr/>
          <p:nvPr/>
        </p:nvCxnSpPr>
        <p:spPr>
          <a:xfrm>
            <a:off x="6438895" y="2977466"/>
            <a:ext cx="0" cy="482014"/>
          </a:xfrm>
          <a:prstGeom prst="line">
            <a:avLst/>
          </a:prstGeom>
          <a:ln w="28575">
            <a:solidFill>
              <a:srgbClr val="001F3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직선 연결선 91"/>
          <p:cNvCxnSpPr/>
          <p:nvPr/>
        </p:nvCxnSpPr>
        <p:spPr>
          <a:xfrm>
            <a:off x="6438895" y="3596132"/>
            <a:ext cx="0" cy="482014"/>
          </a:xfrm>
          <a:prstGeom prst="line">
            <a:avLst/>
          </a:prstGeom>
          <a:ln w="28575">
            <a:solidFill>
              <a:srgbClr val="001F3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연결선 92"/>
          <p:cNvCxnSpPr/>
          <p:nvPr/>
        </p:nvCxnSpPr>
        <p:spPr>
          <a:xfrm>
            <a:off x="6438895" y="4213459"/>
            <a:ext cx="0" cy="482014"/>
          </a:xfrm>
          <a:prstGeom prst="line">
            <a:avLst/>
          </a:prstGeom>
          <a:ln w="28575">
            <a:solidFill>
              <a:srgbClr val="001F3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직선 연결선 93"/>
          <p:cNvCxnSpPr/>
          <p:nvPr/>
        </p:nvCxnSpPr>
        <p:spPr>
          <a:xfrm>
            <a:off x="8343274" y="2957813"/>
            <a:ext cx="0" cy="482014"/>
          </a:xfrm>
          <a:prstGeom prst="line">
            <a:avLst/>
          </a:prstGeom>
          <a:ln w="28575">
            <a:solidFill>
              <a:srgbClr val="001F3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직선 연결선 94"/>
          <p:cNvCxnSpPr/>
          <p:nvPr/>
        </p:nvCxnSpPr>
        <p:spPr>
          <a:xfrm>
            <a:off x="10248895" y="2969478"/>
            <a:ext cx="0" cy="482014"/>
          </a:xfrm>
          <a:prstGeom prst="line">
            <a:avLst/>
          </a:prstGeom>
          <a:ln w="28575">
            <a:solidFill>
              <a:srgbClr val="001F3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직사각형 95"/>
          <p:cNvSpPr/>
          <p:nvPr/>
        </p:nvSpPr>
        <p:spPr>
          <a:xfrm>
            <a:off x="4371082" y="6256273"/>
            <a:ext cx="154188" cy="154188"/>
          </a:xfrm>
          <a:prstGeom prst="rect">
            <a:avLst/>
          </a:prstGeom>
          <a:noFill/>
          <a:ln w="28575">
            <a:solidFill>
              <a:srgbClr val="F1B64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8" name="직선 연결선 97"/>
          <p:cNvCxnSpPr/>
          <p:nvPr/>
        </p:nvCxnSpPr>
        <p:spPr>
          <a:xfrm>
            <a:off x="3132961" y="6256273"/>
            <a:ext cx="0" cy="164919"/>
          </a:xfrm>
          <a:prstGeom prst="line">
            <a:avLst/>
          </a:prstGeom>
          <a:ln w="28575">
            <a:solidFill>
              <a:srgbClr val="001F3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25010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249</TotalTime>
  <Words>305</Words>
  <Application>Microsoft Office PowerPoint</Application>
  <PresentationFormat>와이드스크린</PresentationFormat>
  <Paragraphs>103</Paragraphs>
  <Slides>12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8" baseType="lpstr">
      <vt:lpstr>monospace</vt:lpstr>
      <vt:lpstr>Space Grotesk</vt:lpstr>
      <vt:lpstr>Space Grotesk Bold</vt:lpstr>
      <vt:lpstr>맑은 고딕</vt:lpstr>
      <vt:lpstr>Arial</vt:lpstr>
      <vt:lpstr>Office 테마</vt:lpstr>
      <vt:lpstr>수업 내용</vt:lpstr>
      <vt:lpstr>트리거에 대한 아이디어 스케치</vt:lpstr>
      <vt:lpstr>트리거</vt:lpstr>
      <vt:lpstr>PowerPoint 프레젠테이션</vt:lpstr>
      <vt:lpstr>트리거</vt:lpstr>
      <vt:lpstr>PowerPoint 프레젠테이션</vt:lpstr>
      <vt:lpstr>따라하기</vt:lpstr>
      <vt:lpstr>PowerPoint 프레젠테이션</vt:lpstr>
      <vt:lpstr>퀘스트 시놉시스 – 다 하면 ‘완료’라고 적기</vt:lpstr>
      <vt:lpstr>퀘스트 진행 전개 도면</vt:lpstr>
      <vt:lpstr>PowerPoint 프레젠테이션</vt:lpstr>
      <vt:lpstr>PowerPoint 프레젠테이션</vt:lpstr>
    </vt:vector>
  </TitlesOfParts>
  <Company>Organization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FullName</dc:creator>
  <cp:lastModifiedBy>FullName</cp:lastModifiedBy>
  <cp:revision>19</cp:revision>
  <dcterms:created xsi:type="dcterms:W3CDTF">2026-06-25T04:52:20Z</dcterms:created>
  <dcterms:modified xsi:type="dcterms:W3CDTF">2026-06-26T04:57:54Z</dcterms:modified>
</cp:coreProperties>
</file>