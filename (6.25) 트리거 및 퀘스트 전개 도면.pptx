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5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FF"/>
    <a:srgbClr val="001F3E"/>
    <a:srgbClr val="FFFFFF"/>
    <a:srgbClr val="EE8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E50A2-29DC-4297-8E02-EC89E67A5702}" v="2" dt="2026-06-26T02:26:57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4660"/>
  </p:normalViewPr>
  <p:slideViewPr>
    <p:cSldViewPr snapToGrid="0">
      <p:cViewPr>
        <p:scale>
          <a:sx n="75" d="100"/>
          <a:sy n="75" d="100"/>
        </p:scale>
        <p:origin x="699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6-26T02:34:44.838" v="158" actId="1076"/>
      <pc:docMkLst>
        <pc:docMk/>
      </pc:docMkLst>
      <pc:sldChg chg="addSp delSp modSp add mod setBg">
        <pc:chgData name="musukie52@gmail.com" userId="017bd91f96aa8751" providerId="LiveId" clId="{5B2C3894-F97E-4CAB-8812-5BB4D83AAC6A}" dt="2026-06-26T02:34:44.838" v="158" actId="1076"/>
        <pc:sldMkLst>
          <pc:docMk/>
          <pc:sldMk cId="0" sldId="256"/>
        </pc:sldMkLst>
        <pc:spChg chg="del">
          <ac:chgData name="musukie52@gmail.com" userId="017bd91f96aa8751" providerId="LiveId" clId="{5B2C3894-F97E-4CAB-8812-5BB4D83AAC6A}" dt="2026-06-26T02:26:34.068" v="3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2:23.741" v="11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2:14.918" v="109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2.906" v="105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7:56.364" v="59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9:29.023" v="74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9:42.866" v="82" actId="10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8:30.264" v="65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00.372" v="84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25.424" v="99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9:29.023" v="74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00.372" v="84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8:30.264" v="65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05.484" v="85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28.989" v="100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28.989" v="100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19.365" v="88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00.372" v="84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9:42.866" v="82" actId="103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00.372" v="84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19.365" v="88" actId="107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33.454" v="101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3:54.706" v="139" actId="1076"/>
          <ac:spMkLst>
            <pc:docMk/>
            <pc:sldMk cId="0" sldId="256"/>
            <ac:spMk id="38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6-26T02:33:54.706" v="139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54.324" v="94" actId="14100"/>
          <ac:spMkLst>
            <pc:docMk/>
            <pc:sldMk cId="0" sldId="256"/>
            <ac:spMk id="4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23.767" v="89" actId="107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23.767" v="89" actId="1076"/>
          <ac:spMkLst>
            <pc:docMk/>
            <pc:sldMk cId="0" sldId="256"/>
            <ac:spMk id="4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00.372" v="84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0:19.365" v="88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28:30.264" v="65" actId="107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40.094" v="102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40.094" v="102" actId="107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4:10.278" v="144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4:10.278" v="144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4:27.542" v="152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4:27.542" v="152" actId="107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01.307" v="95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01.307" v="95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08.587" v="96" actId="14100"/>
          <ac:spMkLst>
            <pc:docMk/>
            <pc:sldMk cId="0" sldId="256"/>
            <ac:spMk id="6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01.307" v="95" actId="107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01.307" v="95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01.307" v="95" actId="107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50.391" v="104" actId="107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1:44.743" v="103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4:44.838" v="158" actId="1076"/>
          <ac:spMkLst>
            <pc:docMk/>
            <pc:sldMk cId="0" sldId="256"/>
            <ac:spMk id="68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6-26T02:34:44.838" v="158" actId="1076"/>
          <ac:spMkLst>
            <pc:docMk/>
            <pc:sldMk cId="0" sldId="256"/>
            <ac:spMk id="70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1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3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4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5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6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7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8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6:30.823" v="30" actId="478"/>
          <ac:spMkLst>
            <pc:docMk/>
            <pc:sldMk cId="0" sldId="256"/>
            <ac:spMk id="79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6-26T02:28:13.828" v="63" actId="478"/>
          <ac:spMkLst>
            <pc:docMk/>
            <pc:sldMk cId="0" sldId="256"/>
            <ac:spMk id="80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6-26T02:28:13.828" v="63" actId="478"/>
          <ac:spMkLst>
            <pc:docMk/>
            <pc:sldMk cId="0" sldId="256"/>
            <ac:spMk id="82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6-26T02:28:13.828" v="63" actId="478"/>
          <ac:spMkLst>
            <pc:docMk/>
            <pc:sldMk cId="0" sldId="256"/>
            <ac:spMk id="83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6-26T02:28:13.828" v="63" actId="478"/>
          <ac:spMkLst>
            <pc:docMk/>
            <pc:sldMk cId="0" sldId="256"/>
            <ac:spMk id="84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6-26T02:28:13.828" v="63" actId="478"/>
          <ac:spMkLst>
            <pc:docMk/>
            <pc:sldMk cId="0" sldId="256"/>
            <ac:spMk id="85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8:04.503" v="60" actId="478"/>
          <ac:spMkLst>
            <pc:docMk/>
            <pc:sldMk cId="0" sldId="256"/>
            <ac:spMk id="86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8:07.013" v="61" actId="478"/>
          <ac:spMkLst>
            <pc:docMk/>
            <pc:sldMk cId="0" sldId="256"/>
            <ac:spMk id="88" creationId="{00000000-0000-0000-0000-000000000000}"/>
          </ac:spMkLst>
        </pc:spChg>
        <pc:spChg chg="del">
          <ac:chgData name="musukie52@gmail.com" userId="017bd91f96aa8751" providerId="LiveId" clId="{5B2C3894-F97E-4CAB-8812-5BB4D83AAC6A}" dt="2026-06-26T02:28:07.013" v="61" actId="478"/>
          <ac:spMkLst>
            <pc:docMk/>
            <pc:sldMk cId="0" sldId="256"/>
            <ac:spMk id="89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6-26T02:26:49.606" v="36" actId="478"/>
          <ac:spMkLst>
            <pc:docMk/>
            <pc:sldMk cId="0" sldId="256"/>
            <ac:spMk id="90" creationId="{958A85E8-DADC-18C1-8C75-C3A15112C29C}"/>
          </ac:spMkLst>
        </pc:spChg>
        <pc:spChg chg="add del mod">
          <ac:chgData name="musukie52@gmail.com" userId="017bd91f96aa8751" providerId="LiveId" clId="{5B2C3894-F97E-4CAB-8812-5BB4D83AAC6A}" dt="2026-06-26T02:34:24.990" v="151" actId="1076"/>
          <ac:spMkLst>
            <pc:docMk/>
            <pc:sldMk cId="0" sldId="256"/>
            <ac:spMk id="91" creationId="{3AB0D54F-59A7-F0A7-706C-4DF788184FC0}"/>
          </ac:spMkLst>
        </pc:spChg>
        <pc:spChg chg="add mod">
          <ac:chgData name="musukie52@gmail.com" userId="017bd91f96aa8751" providerId="LiveId" clId="{5B2C3894-F97E-4CAB-8812-5BB4D83AAC6A}" dt="2026-06-26T02:32:51.563" v="119" actId="14100"/>
          <ac:spMkLst>
            <pc:docMk/>
            <pc:sldMk cId="0" sldId="256"/>
            <ac:spMk id="93" creationId="{DD686290-5480-EBB0-9292-5BDA3981B40C}"/>
          </ac:spMkLst>
        </pc:spChg>
        <pc:spChg chg="add mod">
          <ac:chgData name="musukie52@gmail.com" userId="017bd91f96aa8751" providerId="LiveId" clId="{5B2C3894-F97E-4CAB-8812-5BB4D83AAC6A}" dt="2026-06-26T02:32:56.194" v="120" actId="14100"/>
          <ac:spMkLst>
            <pc:docMk/>
            <pc:sldMk cId="0" sldId="256"/>
            <ac:spMk id="95" creationId="{A64B4CA0-9690-A4EC-CD01-2B9546577CA9}"/>
          </ac:spMkLst>
        </pc:spChg>
        <pc:spChg chg="add mod">
          <ac:chgData name="musukie52@gmail.com" userId="017bd91f96aa8751" providerId="LiveId" clId="{5B2C3894-F97E-4CAB-8812-5BB4D83AAC6A}" dt="2026-06-26T02:33:07.948" v="123" actId="14100"/>
          <ac:spMkLst>
            <pc:docMk/>
            <pc:sldMk cId="0" sldId="256"/>
            <ac:spMk id="97" creationId="{31851C51-F4A7-E0D0-6487-C0BC66858C8B}"/>
          </ac:spMkLst>
        </pc:spChg>
        <pc:spChg chg="add mod">
          <ac:chgData name="musukie52@gmail.com" userId="017bd91f96aa8751" providerId="LiveId" clId="{5B2C3894-F97E-4CAB-8812-5BB4D83AAC6A}" dt="2026-06-26T02:33:27.212" v="128" actId="14100"/>
          <ac:spMkLst>
            <pc:docMk/>
            <pc:sldMk cId="0" sldId="256"/>
            <ac:spMk id="99" creationId="{B8D3322E-A930-D06D-B20F-9051D5C53C25}"/>
          </ac:spMkLst>
        </pc:spChg>
        <pc:spChg chg="add mod">
          <ac:chgData name="musukie52@gmail.com" userId="017bd91f96aa8751" providerId="LiveId" clId="{5B2C3894-F97E-4CAB-8812-5BB4D83AAC6A}" dt="2026-06-26T02:33:50.596" v="138" actId="1076"/>
          <ac:spMkLst>
            <pc:docMk/>
            <pc:sldMk cId="0" sldId="256"/>
            <ac:spMk id="101" creationId="{AC88A0E9-EC3F-D65D-1DAD-C6B1604786B1}"/>
          </ac:spMkLst>
        </pc:spChg>
        <pc:spChg chg="add mod">
          <ac:chgData name="musukie52@gmail.com" userId="017bd91f96aa8751" providerId="LiveId" clId="{5B2C3894-F97E-4CAB-8812-5BB4D83AAC6A}" dt="2026-06-26T02:34:06.534" v="143" actId="1076"/>
          <ac:spMkLst>
            <pc:docMk/>
            <pc:sldMk cId="0" sldId="256"/>
            <ac:spMk id="103" creationId="{288E2F80-8957-06A6-C284-DD3F4B8486A1}"/>
          </ac:spMkLst>
        </pc:spChg>
        <pc:spChg chg="add mod">
          <ac:chgData name="musukie52@gmail.com" userId="017bd91f96aa8751" providerId="LiveId" clId="{5B2C3894-F97E-4CAB-8812-5BB4D83AAC6A}" dt="2026-06-26T02:34:22.002" v="147" actId="1076"/>
          <ac:spMkLst>
            <pc:docMk/>
            <pc:sldMk cId="0" sldId="256"/>
            <ac:spMk id="105" creationId="{8A576445-D622-86BD-207E-CD4083D8E688}"/>
          </ac:spMkLst>
        </pc:spChg>
        <pc:spChg chg="add del">
          <ac:chgData name="musukie52@gmail.com" userId="017bd91f96aa8751" providerId="LiveId" clId="{5B2C3894-F97E-4CAB-8812-5BB4D83AAC6A}" dt="2026-06-26T02:34:31.852" v="155" actId="22"/>
          <ac:spMkLst>
            <pc:docMk/>
            <pc:sldMk cId="0" sldId="256"/>
            <ac:spMk id="107" creationId="{577DDCBE-36ED-449C-8925-FFAA03BA4DF3}"/>
          </ac:spMkLst>
        </pc:spChg>
        <pc:spChg chg="add mod">
          <ac:chgData name="musukie52@gmail.com" userId="017bd91f96aa8751" providerId="LiveId" clId="{5B2C3894-F97E-4CAB-8812-5BB4D83AAC6A}" dt="2026-06-26T02:34:39.379" v="157" actId="1076"/>
          <ac:spMkLst>
            <pc:docMk/>
            <pc:sldMk cId="0" sldId="256"/>
            <ac:spMk id="109" creationId="{E51EC4B1-34CE-C014-B5DC-04A9A2907C60}"/>
          </ac:spMkLst>
        </pc:spChg>
        <pc:picChg chg="add del">
          <ac:chgData name="musukie52@gmail.com" userId="017bd91f96aa8751" providerId="LiveId" clId="{5B2C3894-F97E-4CAB-8812-5BB4D83AAC6A}" dt="2026-06-26T02:26:51.334" v="37" actId="478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1:25.424" v="99" actId="1076"/>
          <ac:picMkLst>
            <pc:docMk/>
            <pc:sldMk cId="0" sldId="256"/>
            <ac:picMk id="16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1:28.989" v="100" actId="1076"/>
          <ac:picMkLst>
            <pc:docMk/>
            <pc:sldMk cId="0" sldId="256"/>
            <ac:picMk id="26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1:33.454" v="101" actId="1076"/>
          <ac:picMkLst>
            <pc:docMk/>
            <pc:sldMk cId="0" sldId="256"/>
            <ac:picMk id="36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3:54.706" v="139" actId="1076"/>
          <ac:picMkLst>
            <pc:docMk/>
            <pc:sldMk cId="0" sldId="256"/>
            <ac:picMk id="39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29:01.081" v="70" actId="1076"/>
          <ac:picMkLst>
            <pc:docMk/>
            <pc:sldMk cId="0" sldId="256"/>
            <ac:picMk id="50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4:10.278" v="144" actId="1076"/>
          <ac:picMkLst>
            <pc:docMk/>
            <pc:sldMk cId="0" sldId="256"/>
            <ac:picMk id="53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4:27.542" v="152" actId="1076"/>
          <ac:picMkLst>
            <pc:docMk/>
            <pc:sldMk cId="0" sldId="256"/>
            <ac:picMk id="56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1:44.743" v="103" actId="1076"/>
          <ac:picMkLst>
            <pc:docMk/>
            <pc:sldMk cId="0" sldId="256"/>
            <ac:picMk id="66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6-26T02:34:44.838" v="158" actId="1076"/>
          <ac:picMkLst>
            <pc:docMk/>
            <pc:sldMk cId="0" sldId="256"/>
            <ac:picMk id="69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6-26T02:26:30.823" v="30" actId="478"/>
          <ac:picMkLst>
            <pc:docMk/>
            <pc:sldMk cId="0" sldId="256"/>
            <ac:picMk id="72" creationId="{00000000-0000-0000-0000-000000000000}"/>
          </ac:picMkLst>
        </pc:picChg>
        <pc:picChg chg="del mod">
          <ac:chgData name="musukie52@gmail.com" userId="017bd91f96aa8751" providerId="LiveId" clId="{5B2C3894-F97E-4CAB-8812-5BB4D83AAC6A}" dt="2026-06-26T02:28:13.828" v="63" actId="478"/>
          <ac:picMkLst>
            <pc:docMk/>
            <pc:sldMk cId="0" sldId="256"/>
            <ac:picMk id="81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6-26T02:28:07.013" v="61" actId="478"/>
          <ac:picMkLst>
            <pc:docMk/>
            <pc:sldMk cId="0" sldId="256"/>
            <ac:picMk id="87" creationId="{00000000-0000-0000-0000-000000000000}"/>
          </ac:picMkLst>
        </pc:picChg>
      </pc:sldChg>
      <pc:sldChg chg="new del">
        <pc:chgData name="musukie52@gmail.com" userId="017bd91f96aa8751" providerId="LiveId" clId="{5B2C3894-F97E-4CAB-8812-5BB4D83AAC6A}" dt="2026-06-26T02:25:59.857" v="2" actId="47"/>
        <pc:sldMkLst>
          <pc:docMk/>
          <pc:sldMk cId="2673330208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976CA-8038-49F8-8388-1B4BA14804BB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02B08-29FF-47D5-89D2-2BF9434A52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468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2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47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33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01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81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5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1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64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81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03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61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042FE-4416-471D-A7E5-903118B9228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F1594-031D-47A0-8B46-892119D3B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37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수업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될만한 퀘스트에 대해 설명</a:t>
            </a:r>
            <a:endParaRPr lang="en-US" altLang="ko-KR"/>
          </a:p>
          <a:p>
            <a:r>
              <a:rPr lang="ko-KR" altLang="en-US"/>
              <a:t>그래픽 디자이너분들께는 </a:t>
            </a:r>
            <a:r>
              <a:rPr lang="en-US" altLang="ko-KR"/>
              <a:t>– </a:t>
            </a:r>
            <a:r>
              <a:rPr lang="ko-KR" altLang="en-US"/>
              <a:t>상호작용 구조물</a:t>
            </a:r>
          </a:p>
        </p:txBody>
      </p:sp>
    </p:spTree>
    <p:extLst>
      <p:ext uri="{BB962C8B-B14F-4D97-AF65-F5344CB8AC3E}">
        <p14:creationId xmlns:p14="http://schemas.microsoft.com/office/powerpoint/2010/main" val="2190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트리거에 대한 아이디어 스케치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‘</a:t>
            </a:r>
            <a:r>
              <a:rPr lang="ko-KR" altLang="en-US"/>
              <a:t>어떤 것을 했니</a:t>
            </a:r>
            <a:r>
              <a:rPr lang="en-US" altLang="ko-KR"/>
              <a:t>?’</a:t>
            </a:r>
            <a:r>
              <a:rPr lang="ko-KR" altLang="en-US"/>
              <a:t>에 대해서</a:t>
            </a:r>
            <a:endParaRPr lang="en-US" altLang="ko-KR"/>
          </a:p>
          <a:p>
            <a:pPr lvl="1"/>
            <a:r>
              <a:rPr lang="en-US" altLang="ko-KR"/>
              <a:t>Yes </a:t>
            </a:r>
            <a:r>
              <a:rPr lang="ko-KR" altLang="en-US"/>
              <a:t>와 </a:t>
            </a:r>
            <a:r>
              <a:rPr lang="en-US" altLang="ko-KR"/>
              <a:t>No </a:t>
            </a:r>
            <a:r>
              <a:rPr lang="ko-KR" altLang="en-US"/>
              <a:t>에 대해서 각각 어떤 행동을 해야 할 지에 대해서 설계해야 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스위치 </a:t>
            </a:r>
            <a:r>
              <a:rPr lang="en-US" altLang="ko-KR"/>
              <a:t>On/Off</a:t>
            </a:r>
            <a:r>
              <a:rPr lang="ko-KR" altLang="en-US"/>
              <a:t>에 대해서 설계해야 한다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     On </a:t>
            </a:r>
            <a:r>
              <a:rPr lang="ko-KR" altLang="en-US"/>
              <a:t>했을 때 불이 켜지고</a:t>
            </a:r>
            <a:r>
              <a:rPr lang="en-US" altLang="ko-KR"/>
              <a:t>, Off </a:t>
            </a:r>
            <a:r>
              <a:rPr lang="ko-KR" altLang="en-US"/>
              <a:t>했을 때 불이 꺼지는 건</a:t>
            </a:r>
            <a:br>
              <a:rPr lang="en-US" altLang="ko-KR"/>
            </a:br>
            <a:r>
              <a:rPr lang="en-US" altLang="ko-KR"/>
              <a:t>	   =&gt; </a:t>
            </a:r>
            <a:r>
              <a:rPr lang="ko-KR" altLang="en-US"/>
              <a:t>작동의 결과일 뿐</a:t>
            </a:r>
            <a:r>
              <a:rPr lang="en-US" altLang="ko-KR"/>
              <a:t>. ‘</a:t>
            </a:r>
            <a:r>
              <a:rPr lang="ko-KR" altLang="en-US"/>
              <a:t>연출</a:t>
            </a:r>
            <a:r>
              <a:rPr lang="en-US" altLang="ko-KR"/>
              <a:t>＇</a:t>
            </a:r>
            <a:r>
              <a:rPr lang="ko-KR" altLang="en-US"/>
              <a:t>의 영역</a:t>
            </a:r>
            <a:endParaRPr lang="en-US" altLang="ko-KR"/>
          </a:p>
          <a:p>
            <a:pPr lvl="1"/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작동 했는지 안 했는 지에 대한 것을 설계하는 게 더 중요</a:t>
            </a:r>
            <a:r>
              <a:rPr lang="en-US" altLang="ko-KR"/>
              <a:t>!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463" y="1"/>
            <a:ext cx="2109537" cy="213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7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트리거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Step 1 : </a:t>
            </a:r>
            <a:r>
              <a:rPr lang="ko-KR" altLang="en-US"/>
              <a:t>트리거 </a:t>
            </a:r>
            <a:r>
              <a:rPr lang="en-US" altLang="ko-KR"/>
              <a:t>On or Off </a:t>
            </a:r>
            <a:r>
              <a:rPr lang="ko-KR" altLang="en-US"/>
              <a:t>그래픽 스타일</a:t>
            </a:r>
            <a:endParaRPr lang="en-US" altLang="ko-KR"/>
          </a:p>
          <a:p>
            <a:r>
              <a:rPr lang="en-US" altLang="ko-KR"/>
              <a:t>Step 2 : On </a:t>
            </a:r>
            <a:r>
              <a:rPr lang="ko-KR" altLang="en-US"/>
              <a:t>↔ </a:t>
            </a:r>
            <a:r>
              <a:rPr lang="en-US" altLang="ko-KR"/>
              <a:t>Off </a:t>
            </a:r>
            <a:r>
              <a:rPr lang="ko-KR" altLang="en-US"/>
              <a:t>가능하게 할까</a:t>
            </a:r>
            <a:r>
              <a:rPr lang="en-US" altLang="ko-KR"/>
              <a:t>?</a:t>
            </a:r>
          </a:p>
          <a:p>
            <a:r>
              <a:rPr lang="en-US" altLang="ko-KR"/>
              <a:t>Step 3 : </a:t>
            </a:r>
            <a:r>
              <a:rPr lang="ko-KR" altLang="en-US"/>
              <a:t>한 번 </a:t>
            </a:r>
            <a:r>
              <a:rPr lang="en-US" altLang="ko-KR"/>
              <a:t>On or Off </a:t>
            </a:r>
            <a:r>
              <a:rPr lang="ko-KR" altLang="en-US"/>
              <a:t>한 번 하면 지속시킬까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플레이어 캐릭터의 수에 따라 트리거의 동작을 설계하는 것도 좋다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42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347" y="181714"/>
            <a:ext cx="9641306" cy="649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8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트리거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발동 조건을 당긴다</a:t>
            </a:r>
            <a:r>
              <a:rPr lang="en-US" altLang="ko-KR"/>
              <a:t>, </a:t>
            </a:r>
            <a:r>
              <a:rPr lang="ko-KR" altLang="en-US"/>
              <a:t>누른다 같은 것도 있지만</a:t>
            </a:r>
            <a:endParaRPr lang="en-US" altLang="ko-KR"/>
          </a:p>
          <a:p>
            <a:r>
              <a:rPr lang="ko-KR" altLang="en-US"/>
              <a:t>장착한다도 있다</a:t>
            </a:r>
            <a:r>
              <a:rPr lang="en-US" altLang="ko-KR"/>
              <a:t>.</a:t>
            </a:r>
          </a:p>
          <a:p>
            <a:r>
              <a:rPr lang="ko-KR" altLang="en-US"/>
              <a:t>각각의 트리거에 대한 동작을 모두 같게 할 지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모두 다르게 할 지에 대해서도 고민할 수 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663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4" y="155219"/>
            <a:ext cx="9689432" cy="65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1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따라하기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637" y="365125"/>
            <a:ext cx="4639163" cy="5751551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/>
              <a:t>퀘스트 시놉시스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퀘스트 진행 전개 도면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r>
              <a:rPr lang="ko-KR" altLang="en-US"/>
              <a:t>인포그래픽</a:t>
            </a:r>
          </a:p>
        </p:txBody>
      </p:sp>
    </p:spTree>
    <p:extLst>
      <p:ext uri="{BB962C8B-B14F-4D97-AF65-F5344CB8AC3E}">
        <p14:creationId xmlns:p14="http://schemas.microsoft.com/office/powerpoint/2010/main" val="2799422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255453"/>
            <a:ext cx="4953000" cy="63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9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퀘스트 시놉시스 </a:t>
            </a:r>
            <a:r>
              <a:rPr lang="en-US" altLang="ko-KR" sz="4000"/>
              <a:t>– </a:t>
            </a:r>
            <a:r>
              <a:rPr lang="ko-KR" altLang="en-US" sz="4000"/>
              <a:t>다 하면 </a:t>
            </a:r>
            <a:r>
              <a:rPr lang="en-US" altLang="ko-KR" sz="4000"/>
              <a:t>‘</a:t>
            </a:r>
            <a:r>
              <a:rPr lang="ko-KR" altLang="en-US" sz="4000"/>
              <a:t>완료</a:t>
            </a:r>
            <a:r>
              <a:rPr lang="en-US" altLang="ko-KR" sz="4000"/>
              <a:t>’</a:t>
            </a:r>
            <a:r>
              <a:rPr lang="ko-KR" altLang="en-US" sz="4000"/>
              <a:t>라고 적기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4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퀘스트 진행 전개 도면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1246115" y="3374237"/>
            <a:ext cx="1040193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11205029" y="2004200"/>
            <a:ext cx="808780" cy="2740073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1246115" y="2931886"/>
            <a:ext cx="0" cy="442351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246115" y="2931886"/>
            <a:ext cx="691708" cy="0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V="1">
            <a:off x="1945249" y="2004200"/>
            <a:ext cx="0" cy="927687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1695155" y="2689218"/>
            <a:ext cx="485335" cy="485335"/>
          </a:xfrm>
          <a:prstGeom prst="ellipse">
            <a:avLst/>
          </a:prstGeom>
          <a:solidFill>
            <a:srgbClr val="EE86A6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/>
          <p:cNvCxnSpPr/>
          <p:nvPr/>
        </p:nvCxnSpPr>
        <p:spPr>
          <a:xfrm flipV="1">
            <a:off x="4189912" y="2931886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4189912" y="2931886"/>
            <a:ext cx="691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4889046" y="2489535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4638952" y="2689218"/>
            <a:ext cx="485335" cy="485335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4051725" y="2032670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051725" y="2475021"/>
            <a:ext cx="16597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V="1">
            <a:off x="4597825" y="2032670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V="1">
            <a:off x="5138649" y="203266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5711516" y="203266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3920184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461155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5002126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5576652" y="176294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연결선 59"/>
          <p:cNvCxnSpPr/>
          <p:nvPr/>
        </p:nvCxnSpPr>
        <p:spPr>
          <a:xfrm flipV="1">
            <a:off x="2742112" y="337423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2742112" y="3816590"/>
            <a:ext cx="691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3441245" y="3816589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3191152" y="3573922"/>
            <a:ext cx="485335" cy="485335"/>
          </a:xfrm>
          <a:prstGeom prst="ellipse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/>
          <p:cNvCxnSpPr/>
          <p:nvPr/>
        </p:nvCxnSpPr>
        <p:spPr>
          <a:xfrm flipV="1">
            <a:off x="2898612" y="4258941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2898612" y="4258941"/>
            <a:ext cx="1085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V="1">
            <a:off x="3444712" y="4258941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3985536" y="4258940"/>
            <a:ext cx="0" cy="4423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2767071" y="470129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3308042" y="470129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3849013" y="4701291"/>
            <a:ext cx="269728" cy="269728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/>
          <p:cNvCxnSpPr/>
          <p:nvPr/>
        </p:nvCxnSpPr>
        <p:spPr>
          <a:xfrm>
            <a:off x="622300" y="3374237"/>
            <a:ext cx="623815" cy="0"/>
          </a:xfrm>
          <a:prstGeom prst="line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모서리가 둥근 직사각형 97"/>
          <p:cNvSpPr/>
          <p:nvPr/>
        </p:nvSpPr>
        <p:spPr>
          <a:xfrm>
            <a:off x="1943173" y="1913972"/>
            <a:ext cx="458355" cy="578231"/>
          </a:xfrm>
          <a:prstGeom prst="roundRect">
            <a:avLst/>
          </a:prstGeom>
          <a:noFill/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원호 98"/>
          <p:cNvSpPr/>
          <p:nvPr/>
        </p:nvSpPr>
        <p:spPr>
          <a:xfrm rot="16200000">
            <a:off x="173142" y="129715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원호 99"/>
          <p:cNvSpPr/>
          <p:nvPr/>
        </p:nvSpPr>
        <p:spPr>
          <a:xfrm>
            <a:off x="156733" y="129715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원호 100"/>
          <p:cNvSpPr/>
          <p:nvPr/>
        </p:nvSpPr>
        <p:spPr>
          <a:xfrm rot="10800000">
            <a:off x="172566" y="428540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원호 101"/>
          <p:cNvSpPr/>
          <p:nvPr/>
        </p:nvSpPr>
        <p:spPr>
          <a:xfrm rot="5400000">
            <a:off x="151480" y="422324"/>
            <a:ext cx="470820" cy="470820"/>
          </a:xfrm>
          <a:prstGeom prst="arc">
            <a:avLst/>
          </a:prstGeom>
          <a:ln w="28575">
            <a:solidFill>
              <a:srgbClr val="EE8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964299" y="2253844"/>
            <a:ext cx="531251" cy="3749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모서리가 둥근 직사각형 93"/>
          <p:cNvSpPr/>
          <p:nvPr/>
        </p:nvSpPr>
        <p:spPr>
          <a:xfrm>
            <a:off x="1804040" y="2201119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모서리가 둥근 직사각형 96"/>
          <p:cNvSpPr/>
          <p:nvPr/>
        </p:nvSpPr>
        <p:spPr>
          <a:xfrm>
            <a:off x="2033072" y="1748329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2400490" y="2057282"/>
            <a:ext cx="458355" cy="798864"/>
          </a:xfrm>
          <a:prstGeom prst="roundRect">
            <a:avLst/>
          </a:prstGeom>
          <a:noFill/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/>
          <p:cNvSpPr/>
          <p:nvPr/>
        </p:nvSpPr>
        <p:spPr>
          <a:xfrm>
            <a:off x="2423276" y="1767119"/>
            <a:ext cx="531251" cy="5447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모서리가 둥근 직사각형 95"/>
          <p:cNvSpPr/>
          <p:nvPr/>
        </p:nvSpPr>
        <p:spPr>
          <a:xfrm>
            <a:off x="2495550" y="2711686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모서리가 둥근 직사각형 92"/>
          <p:cNvSpPr/>
          <p:nvPr/>
        </p:nvSpPr>
        <p:spPr>
          <a:xfrm>
            <a:off x="2725809" y="2311881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94"/>
          <p:cNvSpPr/>
          <p:nvPr/>
        </p:nvSpPr>
        <p:spPr>
          <a:xfrm>
            <a:off x="2268637" y="2196465"/>
            <a:ext cx="278555" cy="27855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E8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53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19100" y="419100"/>
            <a:ext cx="11353800" cy="623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68350" y="987174"/>
            <a:ext cx="10566400" cy="55425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419101"/>
            <a:ext cx="684133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kern="0" spc="3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퀘스트 전개 도면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933450" y="1309688"/>
            <a:ext cx="762000" cy="609600"/>
          </a:xfrm>
          <a:prstGeom prst="rect">
            <a:avLst/>
          </a:prstGeom>
          <a:solidFill>
            <a:srgbClr val="001F3F"/>
          </a:solidFill>
          <a:ln w="18288">
            <a:solidFill>
              <a:srgbClr val="00D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385" y="1408510"/>
            <a:ext cx="278923" cy="102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667" b="1" dirty="0">
                <a:solidFill>
                  <a:srgbClr val="FFFFFF">
                    <a:alpha val="7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</a:t>
            </a:r>
            <a:endParaRPr lang="en-US" sz="667" dirty="0"/>
          </a:p>
        </p:txBody>
      </p:sp>
      <p:sp>
        <p:nvSpPr>
          <p:cNvPr id="10" name="Text 7"/>
          <p:cNvSpPr/>
          <p:nvPr/>
        </p:nvSpPr>
        <p:spPr>
          <a:xfrm>
            <a:off x="1166813" y="1529954"/>
            <a:ext cx="243656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00D1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85951" y="1395295"/>
            <a:ext cx="3733799" cy="438149"/>
          </a:xfrm>
          <a:prstGeom prst="rect">
            <a:avLst/>
          </a:prstGeom>
          <a:solidFill>
            <a:srgbClr val="003366">
              <a:alpha val="60000"/>
            </a:srgbClr>
          </a:solidFill>
          <a:ln w="9144">
            <a:solidFill>
              <a:srgbClr val="00D1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00251" y="1515946"/>
            <a:ext cx="1458733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일상 조작 튜토리얼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4870876" y="1520310"/>
            <a:ext cx="578644" cy="159544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70876" y="1520310"/>
            <a:ext cx="531812" cy="148482"/>
          </a:xfrm>
          <a:prstGeom prst="rect">
            <a:avLst/>
          </a:prstGeom>
          <a:noFill/>
          <a:ln/>
        </p:spPr>
        <p:txBody>
          <a:bodyPr wrap="none" lIns="68072" tIns="22691" rIns="68072" bIns="22691" rtlCol="0" anchor="t">
            <a:spAutoFit/>
          </a:bodyPr>
          <a:lstStyle/>
          <a:p>
            <a:r>
              <a:rPr lang="en-US" sz="667" b="1" dirty="0">
                <a:solidFill>
                  <a:srgbClr val="001F3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INITIATION</a:t>
            </a:r>
            <a:endParaRPr lang="en-US" sz="667" dirty="0"/>
          </a:p>
        </p:txBody>
      </p:sp>
      <p:sp>
        <p:nvSpPr>
          <p:cNvPr id="15" name="Shape 12"/>
          <p:cNvSpPr/>
          <p:nvPr/>
        </p:nvSpPr>
        <p:spPr>
          <a:xfrm>
            <a:off x="5908264" y="1488379"/>
            <a:ext cx="1821656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465" y="1552673"/>
            <a:ext cx="107156" cy="952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48771" y="1516954"/>
            <a:ext cx="1319272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기본 이동 및 상호작용 습득</a:t>
            </a:r>
            <a:endParaRPr lang="en-US" sz="867" dirty="0"/>
          </a:p>
        </p:txBody>
      </p:sp>
      <p:sp>
        <p:nvSpPr>
          <p:cNvPr id="18" name="Shape 14"/>
          <p:cNvSpPr/>
          <p:nvPr/>
        </p:nvSpPr>
        <p:spPr>
          <a:xfrm>
            <a:off x="933450" y="2381250"/>
            <a:ext cx="762000" cy="609600"/>
          </a:xfrm>
          <a:prstGeom prst="rect">
            <a:avLst/>
          </a:prstGeom>
          <a:solidFill>
            <a:srgbClr val="001F3F"/>
          </a:solidFill>
          <a:ln w="18288">
            <a:solidFill>
              <a:srgbClr val="00D1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70385" y="2480073"/>
            <a:ext cx="278923" cy="102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667" b="1" dirty="0">
                <a:solidFill>
                  <a:srgbClr val="FFFFFF">
                    <a:alpha val="7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</a:t>
            </a:r>
            <a:endParaRPr lang="en-US" sz="667" dirty="0"/>
          </a:p>
        </p:txBody>
      </p:sp>
      <p:sp>
        <p:nvSpPr>
          <p:cNvPr id="20" name="Text 16"/>
          <p:cNvSpPr/>
          <p:nvPr/>
        </p:nvSpPr>
        <p:spPr>
          <a:xfrm>
            <a:off x="1189434" y="2601516"/>
            <a:ext cx="20839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00D1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885951" y="2466857"/>
            <a:ext cx="3733799" cy="438149"/>
          </a:xfrm>
          <a:prstGeom prst="rect">
            <a:avLst/>
          </a:prstGeom>
          <a:solidFill>
            <a:srgbClr val="003366">
              <a:alpha val="60000"/>
            </a:srgbClr>
          </a:solidFill>
          <a:ln w="9144">
            <a:solidFill>
              <a:srgbClr val="00D1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000251" y="2587507"/>
            <a:ext cx="900888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동생 심부름</a:t>
            </a:r>
            <a:endParaRPr lang="en-US" sz="1333" dirty="0"/>
          </a:p>
        </p:txBody>
      </p:sp>
      <p:sp>
        <p:nvSpPr>
          <p:cNvPr id="23" name="Shape 19"/>
          <p:cNvSpPr/>
          <p:nvPr/>
        </p:nvSpPr>
        <p:spPr>
          <a:xfrm>
            <a:off x="4749432" y="2591873"/>
            <a:ext cx="700088" cy="159544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24" name="Text 20"/>
          <p:cNvSpPr/>
          <p:nvPr/>
        </p:nvSpPr>
        <p:spPr>
          <a:xfrm>
            <a:off x="4749432" y="2591873"/>
            <a:ext cx="624786" cy="148482"/>
          </a:xfrm>
          <a:prstGeom prst="rect">
            <a:avLst/>
          </a:prstGeom>
          <a:noFill/>
          <a:ln/>
        </p:spPr>
        <p:txBody>
          <a:bodyPr wrap="none" lIns="68072" tIns="22691" rIns="68072" bIns="22691" rtlCol="0" anchor="t">
            <a:spAutoFit/>
          </a:bodyPr>
          <a:lstStyle/>
          <a:p>
            <a:r>
              <a:rPr lang="en-US" sz="667" b="1" dirty="0">
                <a:solidFill>
                  <a:srgbClr val="001F3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MAIN_QUEST</a:t>
            </a:r>
            <a:endParaRPr lang="en-US" sz="667" dirty="0"/>
          </a:p>
        </p:txBody>
      </p:sp>
      <p:sp>
        <p:nvSpPr>
          <p:cNvPr id="25" name="Shape 21"/>
          <p:cNvSpPr/>
          <p:nvPr/>
        </p:nvSpPr>
        <p:spPr>
          <a:xfrm>
            <a:off x="5908264" y="2556849"/>
            <a:ext cx="1183481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463" y="2621143"/>
            <a:ext cx="83344" cy="9525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24957" y="2585424"/>
            <a:ext cx="787075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치킨 심부름</a:t>
            </a:r>
            <a:endParaRPr lang="en-US" sz="867" dirty="0"/>
          </a:p>
        </p:txBody>
      </p:sp>
      <p:sp>
        <p:nvSpPr>
          <p:cNvPr id="28" name="Shape 23"/>
          <p:cNvSpPr/>
          <p:nvPr/>
        </p:nvSpPr>
        <p:spPr>
          <a:xfrm>
            <a:off x="933450" y="3457696"/>
            <a:ext cx="762000" cy="609600"/>
          </a:xfrm>
          <a:prstGeom prst="rect">
            <a:avLst/>
          </a:prstGeom>
          <a:solidFill>
            <a:srgbClr val="001F3F"/>
          </a:solidFill>
          <a:ln w="18288">
            <a:solidFill>
              <a:srgbClr val="00D1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70385" y="3556518"/>
            <a:ext cx="232436" cy="102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667" b="1" dirty="0">
                <a:solidFill>
                  <a:srgbClr val="FFFFFF">
                    <a:alpha val="7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</a:t>
            </a:r>
            <a:endParaRPr lang="en-US" sz="667" dirty="0"/>
          </a:p>
        </p:txBody>
      </p:sp>
      <p:sp>
        <p:nvSpPr>
          <p:cNvPr id="30" name="Text 25"/>
          <p:cNvSpPr/>
          <p:nvPr/>
        </p:nvSpPr>
        <p:spPr>
          <a:xfrm>
            <a:off x="1172766" y="3677962"/>
            <a:ext cx="20839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00D1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1885951" y="3543303"/>
            <a:ext cx="3733799" cy="438149"/>
          </a:xfrm>
          <a:prstGeom prst="rect">
            <a:avLst/>
          </a:prstGeom>
          <a:solidFill>
            <a:srgbClr val="003366">
              <a:alpha val="60000"/>
            </a:srgbClr>
          </a:solidFill>
          <a:ln w="9144">
            <a:solidFill>
              <a:srgbClr val="00D1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000251" y="3663953"/>
            <a:ext cx="729367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공원 청소</a:t>
            </a:r>
            <a:endParaRPr lang="en-US" sz="1333" dirty="0"/>
          </a:p>
        </p:txBody>
      </p:sp>
      <p:sp>
        <p:nvSpPr>
          <p:cNvPr id="33" name="Shape 28"/>
          <p:cNvSpPr/>
          <p:nvPr/>
        </p:nvSpPr>
        <p:spPr>
          <a:xfrm>
            <a:off x="4749432" y="3668319"/>
            <a:ext cx="700088" cy="159544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34" name="Text 29"/>
          <p:cNvSpPr/>
          <p:nvPr/>
        </p:nvSpPr>
        <p:spPr>
          <a:xfrm>
            <a:off x="4749432" y="3668319"/>
            <a:ext cx="624786" cy="148482"/>
          </a:xfrm>
          <a:prstGeom prst="rect">
            <a:avLst/>
          </a:prstGeom>
          <a:noFill/>
          <a:ln/>
        </p:spPr>
        <p:txBody>
          <a:bodyPr wrap="none" lIns="68072" tIns="22691" rIns="68072" bIns="22691" rtlCol="0" anchor="t">
            <a:spAutoFit/>
          </a:bodyPr>
          <a:lstStyle/>
          <a:p>
            <a:r>
              <a:rPr lang="en-US" sz="667" b="1" dirty="0">
                <a:solidFill>
                  <a:srgbClr val="001F3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MAIN_QUEST</a:t>
            </a:r>
            <a:endParaRPr lang="en-US" sz="667" dirty="0"/>
          </a:p>
        </p:txBody>
      </p:sp>
      <p:sp>
        <p:nvSpPr>
          <p:cNvPr id="35" name="Shape 30"/>
          <p:cNvSpPr/>
          <p:nvPr/>
        </p:nvSpPr>
        <p:spPr>
          <a:xfrm>
            <a:off x="5908264" y="3623132"/>
            <a:ext cx="1585912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464" y="3696951"/>
            <a:ext cx="83344" cy="95251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124958" y="3661232"/>
            <a:ext cx="1146148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우정 반지 찾아주기</a:t>
            </a:r>
            <a:endParaRPr lang="en-US" sz="867" dirty="0"/>
          </a:p>
        </p:txBody>
      </p:sp>
      <p:sp>
        <p:nvSpPr>
          <p:cNvPr id="38" name="Shape 32"/>
          <p:cNvSpPr/>
          <p:nvPr/>
        </p:nvSpPr>
        <p:spPr>
          <a:xfrm>
            <a:off x="7882280" y="3623132"/>
            <a:ext cx="1493044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480" y="3687427"/>
            <a:ext cx="83344" cy="9525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098974" y="3651708"/>
            <a:ext cx="1062791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균열 앞 커플 사진</a:t>
            </a:r>
            <a:endParaRPr lang="en-US" sz="867" dirty="0"/>
          </a:p>
        </p:txBody>
      </p:sp>
      <p:sp>
        <p:nvSpPr>
          <p:cNvPr id="41" name="Shape 34"/>
          <p:cNvSpPr/>
          <p:nvPr/>
        </p:nvSpPr>
        <p:spPr>
          <a:xfrm>
            <a:off x="1885951" y="4619746"/>
            <a:ext cx="3733799" cy="438151"/>
          </a:xfrm>
          <a:prstGeom prst="rect">
            <a:avLst/>
          </a:prstGeom>
          <a:solidFill>
            <a:srgbClr val="FF4136">
              <a:alpha val="10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>
            <a:off x="933450" y="4534142"/>
            <a:ext cx="762000" cy="609600"/>
          </a:xfrm>
          <a:prstGeom prst="rect">
            <a:avLst/>
          </a:prstGeom>
          <a:solidFill>
            <a:srgbClr val="001F3F"/>
          </a:solidFill>
          <a:ln w="18288">
            <a:solidFill>
              <a:srgbClr val="FF413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170385" y="4632964"/>
            <a:ext cx="232436" cy="102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667" b="1" dirty="0">
                <a:solidFill>
                  <a:srgbClr val="FFFFFF">
                    <a:alpha val="7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</a:t>
            </a:r>
            <a:endParaRPr lang="en-US" sz="667" dirty="0"/>
          </a:p>
        </p:txBody>
      </p:sp>
      <p:sp>
        <p:nvSpPr>
          <p:cNvPr id="44" name="Text 37"/>
          <p:cNvSpPr/>
          <p:nvPr/>
        </p:nvSpPr>
        <p:spPr>
          <a:xfrm>
            <a:off x="1171576" y="4754408"/>
            <a:ext cx="243656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FF413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1885951" y="4619749"/>
            <a:ext cx="3733799" cy="438149"/>
          </a:xfrm>
          <a:prstGeom prst="rect">
            <a:avLst/>
          </a:prstGeom>
          <a:solidFill>
            <a:srgbClr val="003366">
              <a:alpha val="60000"/>
            </a:srgbClr>
          </a:solidFill>
          <a:ln w="9144">
            <a:solidFill>
              <a:srgbClr val="00D1FF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2000250" y="4740399"/>
            <a:ext cx="2436019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413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재난 대응 (첫 전투 튜토리얼)</a:t>
            </a:r>
            <a:endParaRPr lang="en-US" sz="1333" dirty="0"/>
          </a:p>
        </p:txBody>
      </p:sp>
      <p:sp>
        <p:nvSpPr>
          <p:cNvPr id="47" name="Shape 40"/>
          <p:cNvSpPr/>
          <p:nvPr/>
        </p:nvSpPr>
        <p:spPr>
          <a:xfrm>
            <a:off x="4606557" y="4744763"/>
            <a:ext cx="842963" cy="159544"/>
          </a:xfrm>
          <a:prstGeom prst="rect">
            <a:avLst/>
          </a:prstGeom>
          <a:solidFill>
            <a:srgbClr val="FF4136"/>
          </a:solidFill>
          <a:ln/>
        </p:spPr>
      </p:sp>
      <p:sp>
        <p:nvSpPr>
          <p:cNvPr id="48" name="Text 41"/>
          <p:cNvSpPr/>
          <p:nvPr/>
        </p:nvSpPr>
        <p:spPr>
          <a:xfrm>
            <a:off x="4606557" y="4744764"/>
            <a:ext cx="732188" cy="148482"/>
          </a:xfrm>
          <a:prstGeom prst="rect">
            <a:avLst/>
          </a:prstGeom>
          <a:noFill/>
          <a:ln/>
        </p:spPr>
        <p:txBody>
          <a:bodyPr wrap="none" lIns="68072" tIns="22691" rIns="68072" bIns="22691" rtlCol="0" anchor="t">
            <a:spAutoFit/>
          </a:bodyPr>
          <a:lstStyle/>
          <a:p>
            <a:r>
              <a:rPr lang="en-US" sz="667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COMBAT_EVENT</a:t>
            </a:r>
            <a:endParaRPr lang="en-US" sz="667" dirty="0"/>
          </a:p>
        </p:txBody>
      </p:sp>
      <p:sp>
        <p:nvSpPr>
          <p:cNvPr id="49" name="Shape 42"/>
          <p:cNvSpPr/>
          <p:nvPr/>
        </p:nvSpPr>
        <p:spPr>
          <a:xfrm>
            <a:off x="5908264" y="4709505"/>
            <a:ext cx="1195388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4463" y="4783324"/>
            <a:ext cx="95251" cy="95251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136864" y="4747605"/>
            <a:ext cx="787075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대피소 지원</a:t>
            </a:r>
            <a:endParaRPr lang="en-US" sz="867" dirty="0"/>
          </a:p>
        </p:txBody>
      </p:sp>
      <p:sp>
        <p:nvSpPr>
          <p:cNvPr id="52" name="Shape 44"/>
          <p:cNvSpPr/>
          <p:nvPr/>
        </p:nvSpPr>
        <p:spPr>
          <a:xfrm>
            <a:off x="7494176" y="4709505"/>
            <a:ext cx="1721644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0375" y="4783324"/>
            <a:ext cx="95251" cy="95251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7722775" y="4747605"/>
            <a:ext cx="1256754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잃어버린 강아지 찾기</a:t>
            </a:r>
            <a:endParaRPr lang="en-US" sz="867" dirty="0"/>
          </a:p>
        </p:txBody>
      </p:sp>
      <p:sp>
        <p:nvSpPr>
          <p:cNvPr id="55" name="Shape 46"/>
          <p:cNvSpPr/>
          <p:nvPr/>
        </p:nvSpPr>
        <p:spPr>
          <a:xfrm>
            <a:off x="9606344" y="4709505"/>
            <a:ext cx="1473993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2543" y="4773798"/>
            <a:ext cx="95251" cy="95251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9834944" y="4738080"/>
            <a:ext cx="1008289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괴물 목격담 수집</a:t>
            </a:r>
            <a:endParaRPr lang="en-US" sz="867" dirty="0"/>
          </a:p>
        </p:txBody>
      </p:sp>
      <p:sp>
        <p:nvSpPr>
          <p:cNvPr id="58" name="Shape 48"/>
          <p:cNvSpPr/>
          <p:nvPr/>
        </p:nvSpPr>
        <p:spPr>
          <a:xfrm>
            <a:off x="933450" y="5613920"/>
            <a:ext cx="762000" cy="609600"/>
          </a:xfrm>
          <a:prstGeom prst="rect">
            <a:avLst/>
          </a:prstGeom>
          <a:solidFill>
            <a:srgbClr val="001F3F"/>
          </a:solidFill>
          <a:ln w="18288">
            <a:solidFill>
              <a:srgbClr val="00D1FF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1170385" y="5712744"/>
            <a:ext cx="278923" cy="102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667" b="1" dirty="0">
                <a:solidFill>
                  <a:srgbClr val="FFFFFF">
                    <a:alpha val="7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</a:t>
            </a:r>
            <a:endParaRPr lang="en-US" sz="667" dirty="0"/>
          </a:p>
        </p:txBody>
      </p:sp>
      <p:sp>
        <p:nvSpPr>
          <p:cNvPr id="60" name="Text 50"/>
          <p:cNvSpPr/>
          <p:nvPr/>
        </p:nvSpPr>
        <p:spPr>
          <a:xfrm>
            <a:off x="1096567" y="5834187"/>
            <a:ext cx="50363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00D1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04+</a:t>
            </a:r>
            <a:endParaRPr lang="en-US" sz="1600" dirty="0"/>
          </a:p>
        </p:txBody>
      </p:sp>
      <p:sp>
        <p:nvSpPr>
          <p:cNvPr id="61" name="Shape 51"/>
          <p:cNvSpPr/>
          <p:nvPr/>
        </p:nvSpPr>
        <p:spPr>
          <a:xfrm>
            <a:off x="1885951" y="5699526"/>
            <a:ext cx="3733799" cy="438151"/>
          </a:xfrm>
          <a:prstGeom prst="rect">
            <a:avLst/>
          </a:prstGeom>
          <a:solidFill>
            <a:srgbClr val="003366">
              <a:alpha val="60000"/>
            </a:srgbClr>
          </a:solidFill>
          <a:ln w="9144">
            <a:solidFill>
              <a:srgbClr val="00D1FF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2000250" y="5820178"/>
            <a:ext cx="1905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33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폐교 탐사 및 균열 탐색</a:t>
            </a:r>
            <a:endParaRPr lang="en-US" sz="1333" dirty="0"/>
          </a:p>
        </p:txBody>
      </p:sp>
      <p:sp>
        <p:nvSpPr>
          <p:cNvPr id="63" name="Shape 53"/>
          <p:cNvSpPr/>
          <p:nvPr/>
        </p:nvSpPr>
        <p:spPr>
          <a:xfrm>
            <a:off x="4832776" y="5824543"/>
            <a:ext cx="616744" cy="159544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64" name="Text 54"/>
          <p:cNvSpPr/>
          <p:nvPr/>
        </p:nvSpPr>
        <p:spPr>
          <a:xfrm>
            <a:off x="4832776" y="5824544"/>
            <a:ext cx="554254" cy="251138"/>
          </a:xfrm>
          <a:prstGeom prst="rect">
            <a:avLst/>
          </a:prstGeom>
          <a:noFill/>
          <a:ln/>
        </p:spPr>
        <p:txBody>
          <a:bodyPr wrap="square" lIns="68072" tIns="22691" rIns="68072" bIns="22691" rtlCol="0" anchor="t">
            <a:spAutoFit/>
          </a:bodyPr>
          <a:lstStyle/>
          <a:p>
            <a:r>
              <a:rPr lang="en-US" sz="667" b="1" dirty="0">
                <a:solidFill>
                  <a:srgbClr val="001F3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EXPANSION</a:t>
            </a:r>
            <a:endParaRPr lang="en-US" sz="667" dirty="0"/>
          </a:p>
        </p:txBody>
      </p:sp>
      <p:sp>
        <p:nvSpPr>
          <p:cNvPr id="65" name="Shape 55"/>
          <p:cNvSpPr/>
          <p:nvPr/>
        </p:nvSpPr>
        <p:spPr>
          <a:xfrm>
            <a:off x="5909075" y="5777975"/>
            <a:ext cx="1473993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5274" y="5851794"/>
            <a:ext cx="95251" cy="95251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6137675" y="5816075"/>
            <a:ext cx="1035540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숨겨진 기억 단서</a:t>
            </a:r>
            <a:endParaRPr lang="en-US" sz="867" dirty="0"/>
          </a:p>
        </p:txBody>
      </p:sp>
      <p:sp>
        <p:nvSpPr>
          <p:cNvPr id="68" name="Shape 57"/>
          <p:cNvSpPr/>
          <p:nvPr/>
        </p:nvSpPr>
        <p:spPr>
          <a:xfrm>
            <a:off x="7774781" y="5777975"/>
            <a:ext cx="1350169" cy="2428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1FF">
                <a:alpha val="50000"/>
              </a:srgbClr>
            </a:solidFill>
            <a:prstDash val="dash"/>
          </a:ln>
        </p:spPr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0980" y="5842268"/>
            <a:ext cx="95251" cy="95251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8003380" y="5806550"/>
            <a:ext cx="897682" cy="133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67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SQ: 기억 조각 수집</a:t>
            </a:r>
            <a:endParaRPr lang="en-US" sz="867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AB0D54F-59A7-F0A7-706C-4DF788184F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>
            <a:solidFill>
              <a:srgbClr val="00D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Shape 2">
            <a:extLst>
              <a:ext uri="{FF2B5EF4-FFF2-40B4-BE49-F238E27FC236}">
                <a16:creationId xmlns:a16="http://schemas.microsoft.com/office/drawing/2014/main" id="{DD686290-5480-EBB0-9292-5BDA3981B40C}"/>
              </a:ext>
            </a:extLst>
          </p:cNvPr>
          <p:cNvSpPr/>
          <p:nvPr/>
        </p:nvSpPr>
        <p:spPr>
          <a:xfrm rot="5400000">
            <a:off x="1063166" y="2131518"/>
            <a:ext cx="470179" cy="4572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95" name="Shape 2">
            <a:extLst>
              <a:ext uri="{FF2B5EF4-FFF2-40B4-BE49-F238E27FC236}">
                <a16:creationId xmlns:a16="http://schemas.microsoft.com/office/drawing/2014/main" id="{A64B4CA0-9690-A4EC-CD01-2B9546577CA9}"/>
              </a:ext>
            </a:extLst>
          </p:cNvPr>
          <p:cNvSpPr/>
          <p:nvPr/>
        </p:nvSpPr>
        <p:spPr>
          <a:xfrm rot="5400000">
            <a:off x="1063166" y="3199748"/>
            <a:ext cx="470177" cy="45721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97" name="Shape 2">
            <a:extLst>
              <a:ext uri="{FF2B5EF4-FFF2-40B4-BE49-F238E27FC236}">
                <a16:creationId xmlns:a16="http://schemas.microsoft.com/office/drawing/2014/main" id="{31851C51-F4A7-E0D0-6487-C0BC66858C8B}"/>
              </a:ext>
            </a:extLst>
          </p:cNvPr>
          <p:cNvSpPr/>
          <p:nvPr/>
        </p:nvSpPr>
        <p:spPr>
          <a:xfrm rot="5400000">
            <a:off x="1063165" y="4276192"/>
            <a:ext cx="470177" cy="45721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99" name="Shape 2">
            <a:extLst>
              <a:ext uri="{FF2B5EF4-FFF2-40B4-BE49-F238E27FC236}">
                <a16:creationId xmlns:a16="http://schemas.microsoft.com/office/drawing/2014/main" id="{B8D3322E-A930-D06D-B20F-9051D5C53C25}"/>
              </a:ext>
            </a:extLst>
          </p:cNvPr>
          <p:cNvSpPr/>
          <p:nvPr/>
        </p:nvSpPr>
        <p:spPr>
          <a:xfrm rot="5400000">
            <a:off x="1068474" y="5363832"/>
            <a:ext cx="447793" cy="45719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01" name="Shape 2">
            <a:extLst>
              <a:ext uri="{FF2B5EF4-FFF2-40B4-BE49-F238E27FC236}">
                <a16:creationId xmlns:a16="http://schemas.microsoft.com/office/drawing/2014/main" id="{AC88A0E9-EC3F-D65D-1DAD-C6B1604786B1}"/>
              </a:ext>
            </a:extLst>
          </p:cNvPr>
          <p:cNvSpPr/>
          <p:nvPr/>
        </p:nvSpPr>
        <p:spPr>
          <a:xfrm>
            <a:off x="7487800" y="3735052"/>
            <a:ext cx="394480" cy="45719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03" name="Shape 2">
            <a:extLst>
              <a:ext uri="{FF2B5EF4-FFF2-40B4-BE49-F238E27FC236}">
                <a16:creationId xmlns:a16="http://schemas.microsoft.com/office/drawing/2014/main" id="{288E2F80-8957-06A6-C284-DD3F4B8486A1}"/>
              </a:ext>
            </a:extLst>
          </p:cNvPr>
          <p:cNvSpPr/>
          <p:nvPr/>
        </p:nvSpPr>
        <p:spPr>
          <a:xfrm>
            <a:off x="7103652" y="4811263"/>
            <a:ext cx="394480" cy="45719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05" name="Shape 2">
            <a:extLst>
              <a:ext uri="{FF2B5EF4-FFF2-40B4-BE49-F238E27FC236}">
                <a16:creationId xmlns:a16="http://schemas.microsoft.com/office/drawing/2014/main" id="{8A576445-D622-86BD-207E-CD4083D8E688}"/>
              </a:ext>
            </a:extLst>
          </p:cNvPr>
          <p:cNvSpPr/>
          <p:nvPr/>
        </p:nvSpPr>
        <p:spPr>
          <a:xfrm>
            <a:off x="9215820" y="4819005"/>
            <a:ext cx="394480" cy="45719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09" name="Shape 2">
            <a:extLst>
              <a:ext uri="{FF2B5EF4-FFF2-40B4-BE49-F238E27FC236}">
                <a16:creationId xmlns:a16="http://schemas.microsoft.com/office/drawing/2014/main" id="{E51EC4B1-34CE-C014-B5DC-04A9A2907C60}"/>
              </a:ext>
            </a:extLst>
          </p:cNvPr>
          <p:cNvSpPr/>
          <p:nvPr/>
        </p:nvSpPr>
        <p:spPr>
          <a:xfrm>
            <a:off x="7380301" y="5884323"/>
            <a:ext cx="394480" cy="45719"/>
          </a:xfrm>
          <a:prstGeom prst="rect">
            <a:avLst/>
          </a:prstGeom>
          <a:solidFill>
            <a:srgbClr val="00D1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273</Words>
  <Application>Microsoft Office PowerPoint</Application>
  <PresentationFormat>와이드스크린</PresentationFormat>
  <Paragraphs>56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Space Grotesk</vt:lpstr>
      <vt:lpstr>Space Grotesk Bold</vt:lpstr>
      <vt:lpstr>맑은 고딕</vt:lpstr>
      <vt:lpstr>Arial</vt:lpstr>
      <vt:lpstr>Office 테마</vt:lpstr>
      <vt:lpstr>수업 내용</vt:lpstr>
      <vt:lpstr>트리거에 대한 아이디어 스케치</vt:lpstr>
      <vt:lpstr>트리거</vt:lpstr>
      <vt:lpstr>PowerPoint 프레젠테이션</vt:lpstr>
      <vt:lpstr>트리거</vt:lpstr>
      <vt:lpstr>PowerPoint 프레젠테이션</vt:lpstr>
      <vt:lpstr>따라하기</vt:lpstr>
      <vt:lpstr>PowerPoint 프레젠테이션</vt:lpstr>
      <vt:lpstr>퀘스트 시놉시스 – 다 하면 ‘완료’라고 적기</vt:lpstr>
      <vt:lpstr>퀘스트 진행 전개 도면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9</cp:revision>
  <dcterms:created xsi:type="dcterms:W3CDTF">2026-06-25T04:52:20Z</dcterms:created>
  <dcterms:modified xsi:type="dcterms:W3CDTF">2026-06-26T02:34:46Z</dcterms:modified>
</cp:coreProperties>
</file>