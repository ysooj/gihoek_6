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D042"/>
                </a:solidFill>
              </a:defRPr>
            </a:pPr>
            <a:r>
              <a:t>Quest 1 : 동생 심부름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7498079" cy="5303520"/>
          </a:xfrm>
          <a:prstGeom prst="roundRect">
            <a:avLst/>
          </a:prstGeom>
          <a:solidFill>
            <a:srgbClr val="23232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5F5F0"/>
                </a:solidFill>
              </a:defRPr>
            </a:pPr>
            <a:r>
              <a:t>• 목표: 동생의 심부름 완료 및 도시 탐색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플레이: 자연스럽게 도시 구조와 조작 학습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이벤트: 다이소 구매 → 배송 트럭 등장 → NPC들이 편의점으로 이동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트리거: 물품 구매 시 트럭 이벤트 발생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흐름: 아파트 → 상점 → 다이소 → 편의점 → 귀가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연출 포인트: 살아있는 도시와 NPC 동선으로 몰입감 형성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914400"/>
            <a:ext cx="3108960" cy="5303520"/>
          </a:xfrm>
          <a:prstGeom prst="rect">
            <a:avLst/>
          </a:prstGeom>
          <a:solidFill>
            <a:srgbClr val="3737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B4B4B4"/>
                </a:solidFill>
              </a:defRPr>
            </a:pPr>
            <a:r>
              <a:t>이미지</a:t>
            </a:r>
          </a:p>
          <a:p>
            <a:pPr algn="ctr">
              <a:defRPr sz="2200">
                <a:solidFill>
                  <a:srgbClr val="B4B4B4"/>
                </a:solidFill>
              </a:defRPr>
            </a:pPr>
            <a:r>
              <a:t>스크린샷</a:t>
            </a:r>
          </a:p>
          <a:p>
            <a:pPr algn="ctr">
              <a:defRPr sz="2200">
                <a:solidFill>
                  <a:srgbClr val="B4B4B4"/>
                </a:solidFill>
              </a:defRPr>
            </a:pPr>
            <a:r>
              <a:t>삽입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D042"/>
                </a:solidFill>
              </a:defRPr>
            </a:pPr>
            <a:r>
              <a:t>Quest 2 : 공원 청소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7498079" cy="5303520"/>
          </a:xfrm>
          <a:prstGeom prst="roundRect">
            <a:avLst/>
          </a:prstGeom>
          <a:solidFill>
            <a:srgbClr val="23232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5F5F0"/>
                </a:solidFill>
              </a:defRPr>
            </a:pPr>
            <a:r>
              <a:t>• 목표: 축제 이후 공원 정리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플레이: 자발적 선행 경험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이벤트: NPC들의 쓰레기 투기, 한도윤 등장, 함께 청소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트리거: 일정 수거량 달성 및 NPC 접근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흐름: 쓰레기 수거 → 협동 → 공원 정리 완료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연출 포인트: 평범한 선의가 게임 플레이로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914400"/>
            <a:ext cx="3108960" cy="5303520"/>
          </a:xfrm>
          <a:prstGeom prst="rect">
            <a:avLst/>
          </a:prstGeom>
          <a:solidFill>
            <a:srgbClr val="3737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B4B4B4"/>
                </a:solidFill>
              </a:defRPr>
            </a:pPr>
            <a:r>
              <a:t>이미지</a:t>
            </a:r>
          </a:p>
          <a:p>
            <a:pPr algn="ctr">
              <a:defRPr sz="2200">
                <a:solidFill>
                  <a:srgbClr val="B4B4B4"/>
                </a:solidFill>
              </a:defRPr>
            </a:pPr>
            <a:r>
              <a:t>스크린샷</a:t>
            </a:r>
          </a:p>
          <a:p>
            <a:pPr algn="ctr">
              <a:defRPr sz="2200">
                <a:solidFill>
                  <a:srgbClr val="B4B4B4"/>
                </a:solidFill>
              </a:defRPr>
            </a:pPr>
            <a:r>
              <a:t>삽입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D042"/>
                </a:solidFill>
              </a:defRPr>
            </a:pPr>
            <a:r>
              <a:t>Quest 3 : 균열 탐사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7498079" cy="5303520"/>
          </a:xfrm>
          <a:prstGeom prst="roundRect">
            <a:avLst/>
          </a:prstGeom>
          <a:solidFill>
            <a:srgbClr val="23232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5F5F0"/>
                </a:solidFill>
              </a:defRPr>
            </a:pPr>
            <a:r>
              <a:t>• 목표: 최초 균열 조사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플레이: 선의 시스템과 괴물 등장 경험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이벤트: 괴물 출현, 선의 수치 공개, 영웅 탄생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트리거: 균열 접근 및 스토리 진행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흐름: 공원 → 균열 → 전투 → 관리국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연출 포인트: 세계관 전환과 갈등 본격화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914400"/>
            <a:ext cx="3108960" cy="5303520"/>
          </a:xfrm>
          <a:prstGeom prst="rect">
            <a:avLst/>
          </a:prstGeom>
          <a:solidFill>
            <a:srgbClr val="3737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B4B4B4"/>
                </a:solidFill>
              </a:defRPr>
            </a:pPr>
            <a:r>
              <a:t>이미지</a:t>
            </a:r>
          </a:p>
          <a:p>
            <a:pPr algn="ctr">
              <a:defRPr sz="2200">
                <a:solidFill>
                  <a:srgbClr val="B4B4B4"/>
                </a:solidFill>
              </a:defRPr>
            </a:pPr>
            <a:r>
              <a:t>스크린샷</a:t>
            </a:r>
          </a:p>
          <a:p>
            <a:pPr algn="ctr">
              <a:defRPr sz="2200">
                <a:solidFill>
                  <a:srgbClr val="B4B4B4"/>
                </a:solidFill>
              </a:defRPr>
            </a:pPr>
            <a:r>
              <a:t>삽입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D042"/>
                </a:solidFill>
              </a:defRPr>
            </a:pPr>
            <a:r>
              <a:t>Quest 4 : 폐교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7498079" cy="5303520"/>
          </a:xfrm>
          <a:prstGeom prst="roundRect">
            <a:avLst/>
          </a:prstGeom>
          <a:solidFill>
            <a:srgbClr val="23232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5F5F0"/>
                </a:solidFill>
              </a:defRPr>
            </a:pPr>
            <a:r>
              <a:t>• 목표: 폐교 균열 봉쇄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플레이: 탐험·퍼즐·전투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이벤트: 기억 공간, 학교폭력 체험, 2페이즈 보스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트리거: 교실 조사, 열쇠 획득, 기억 공간 진입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흐름: 1F → 3F → 2F → 강당 → 기억 공간 → 보스전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연출 포인트: 괴물의 인간성을 체험하는 감정 전개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914400"/>
            <a:ext cx="3108960" cy="5303520"/>
          </a:xfrm>
          <a:prstGeom prst="rect">
            <a:avLst/>
          </a:prstGeom>
          <a:solidFill>
            <a:srgbClr val="3737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B4B4B4"/>
                </a:solidFill>
              </a:defRPr>
            </a:pPr>
            <a:r>
              <a:t>이미지</a:t>
            </a:r>
          </a:p>
          <a:p>
            <a:pPr algn="ctr">
              <a:defRPr sz="2200">
                <a:solidFill>
                  <a:srgbClr val="B4B4B4"/>
                </a:solidFill>
              </a:defRPr>
            </a:pPr>
            <a:r>
              <a:t>스크린샷</a:t>
            </a:r>
          </a:p>
          <a:p>
            <a:pPr algn="ctr">
              <a:defRPr sz="2200">
                <a:solidFill>
                  <a:srgbClr val="B4B4B4"/>
                </a:solidFill>
              </a:defRPr>
            </a:pPr>
            <a:r>
              <a:t>삽입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D042"/>
                </a:solidFill>
              </a:defRPr>
            </a:pPr>
            <a:r>
              <a:t>Quest 5 : 최종 균열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7498079" cy="5303520"/>
          </a:xfrm>
          <a:prstGeom prst="roundRect">
            <a:avLst/>
          </a:prstGeom>
          <a:solidFill>
            <a:srgbClr val="23232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5F5F0"/>
                </a:solidFill>
              </a:defRPr>
            </a:pPr>
            <a:r>
              <a:t>• 목표: 차한해 구출 및 세계의 선택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플레이: 왜곡된 공간 공략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이벤트: 거울 구조, 방향 반전, 최종 선택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트리거: 거울 파괴 및 최종 이벤트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흐름: 균열 심층 → 거울 미로 → 차한해 → 최종 선택</a:t>
            </a:r>
          </a:p>
          <a:p>
            <a:pPr>
              <a:defRPr sz="2000">
                <a:solidFill>
                  <a:srgbClr val="F5F5F0"/>
                </a:solidFill>
              </a:defRPr>
            </a:pPr>
            <a:r>
              <a:t>• 연출 포인트: '선의는 자발적인가, 강요되는가' 주제 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914400"/>
            <a:ext cx="3108960" cy="5303520"/>
          </a:xfrm>
          <a:prstGeom prst="rect">
            <a:avLst/>
          </a:prstGeom>
          <a:solidFill>
            <a:srgbClr val="3737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B4B4B4"/>
                </a:solidFill>
              </a:defRPr>
            </a:pPr>
            <a:r>
              <a:t>이미지</a:t>
            </a:r>
          </a:p>
          <a:p>
            <a:pPr algn="ctr">
              <a:defRPr sz="2200">
                <a:solidFill>
                  <a:srgbClr val="B4B4B4"/>
                </a:solidFill>
              </a:defRPr>
            </a:pPr>
            <a:r>
              <a:t>스크린샷</a:t>
            </a:r>
          </a:p>
          <a:p>
            <a:pPr algn="ctr">
              <a:defRPr sz="2200">
                <a:solidFill>
                  <a:srgbClr val="B4B4B4"/>
                </a:solidFill>
              </a:defRPr>
            </a:pPr>
            <a:r>
              <a:t>삽입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