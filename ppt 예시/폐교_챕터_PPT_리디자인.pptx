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폐교 챕터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챕터 목표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플레이어가 폐교를 탐색하며 보스의 과거를 조사하고,</a:t>
            </a:r>
            <a:br/>
            <a:r>
              <a:t>기억을 직접 체험한 뒤 괴물이 된 친구를 구원하는 챕터</a:t>
            </a: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보스가 학교폭력 피해자였음을 공개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괴물의 정체가 인간임을 최초 공개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주인공과 보스의 관계성 전달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챕터 목표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조사</a:t>
            </a:r>
            <a:br/>
            <a:r>
              <a:t>↓</a:t>
            </a:r>
            <a:br/>
            <a:r>
              <a:t>추적</a:t>
            </a:r>
            <a:br/>
            <a:r>
              <a:t>↓</a:t>
            </a:r>
            <a:br/>
            <a:r>
              <a:t>학습</a:t>
            </a:r>
            <a:br/>
            <a:r>
              <a:t>↓</a:t>
            </a:r>
            <a:br/>
            <a:r>
              <a:t>응용</a:t>
            </a:r>
            <a:br/>
            <a:r>
              <a:t>↓</a:t>
            </a:r>
            <a:br/>
            <a:r>
              <a:t>체험</a:t>
            </a:r>
            <a:br/>
            <a:r>
              <a:t>↓</a:t>
            </a:r>
            <a:br/>
            <a:r>
              <a:t>구원</a:t>
            </a:r>
            <a:br/>
            <a:r>
              <a:t>↓</a:t>
            </a:r>
            <a:br/>
            <a:r>
              <a:t>반전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플레이 동선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폐교 진입 → 본관 1층 (방송실 / 교무실 / 보건실) → 환영체 첫 조우 → 본관 3층 (화장실 / 과학실 / 음악실 / 컴퓨터실) → 본관 2층 재진입 (정예 몬스터) → 1학년 1반 → 1학년 2반 → 1학년 3반 → 평범한 학교 → 강당 → 보스전 → 엔딩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학습 곡선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설계 의도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모든 기믹은</a:t>
            </a:r>
            <a:br/>
            <a:r>
              <a:t>학습 → 활용 → 응용</a:t>
            </a:r>
            <a:br/>
            <a:r>
              <a:t>구조로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본관 1층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[주요 이벤트]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방송실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TV 이상 현상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플래시 사용 유도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교무실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생활기록부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펜던트 조각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보건실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보건 기록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숨기 학습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첫 조우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추격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인간 형상 반응 관찰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 획득 정보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교사의 방관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반복적인 폭력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특성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난이도 ★★☆☆☆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조사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은신 학습 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보스의 과거 조사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학교폭력 암시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본관 3층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난이도 ★★★☆☆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무기 획득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유도 학습 </a:t>
            </a: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학교폭력의 심각성 전달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[주요 이벤트]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화장실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낙서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썩은 도시락 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과학실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인체모형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유도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음악실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리코더 획득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균열 무기 학습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컴퓨터실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온라인 괴롭힘 흔적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펜던트 조각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 획득 정보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집단 따돌림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사이버 괴롭힘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유도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본관 2층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난이도 ★★★★☆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정예 몬스터 처치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기억 세계 진입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가해 학생들의 흔적 공개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[주요 이벤트]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정예 몬스터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무기 활용 전투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1학년 1반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불량 학생 아지트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1학년 2반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펜던트 조각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 책상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1학년 3반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환영체 유도 퍼즐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기억 세계 진입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 획득 정보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가해자의 존재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폭력의 규모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평범한 학교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난이도 ★★☆☆☆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보스의 기억 체험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플레이어의 감정 이입 유도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[주요 이벤트]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급식소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줄서기 이벤트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선생님 지시 수행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불량 학생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급식 셔틀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반찬 강탈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식판 정리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고립감 체험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화장실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거울 확인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 시점 공개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 획득 정보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피해자의 일상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사회적 고립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강당 보스전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난이도 ★★★★★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 처치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친구 구원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이야기 목적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괴물이 된 친구와 재회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[Phase 1]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괴물 형태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농구공 활용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점프대 기믹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핵심 연출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 몸속 진입</a:t>
            </a:r>
            <a:br/>
            <a:r>
              <a:t>↓</a:t>
            </a:r>
            <a:br/>
            <a:r>
              <a:t>펜던트 심장 발견</a:t>
            </a:r>
            <a:br/>
            <a:r>
              <a:t>↓</a:t>
            </a:r>
            <a:br/>
            <a:r>
              <a:t>괴물 형태 붕괴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[Phase 2]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인간 형태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막기 학습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비눗방울 패턴 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핵심 연출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비눗방울을 통해 과거 추억 표현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챕터 엔딩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주요 연출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-----------------------------------------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"괜찮아... 쉬고 싶었어..."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-----------------------------------------</a:t>
            </a: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보스 소멸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괴물의 정체 공개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전국 생중계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선의관리청 호출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[챕터 결과]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괴물이 인간이었다는 사실 확인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세계관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균열 현상에 대한 기존 상식 붕괴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br/>
          </a:p>
          <a:p>
            <a:pPr>
              <a:defRPr sz="1600">
                <a:solidFill>
                  <a:srgbClr val="F0F0F0"/>
                </a:solidFill>
              </a:defRPr>
            </a:pPr>
            <a:r>
              <a:t>다음 목표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선의관리청 복귀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감정 곡선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20"/>
            <a:ext cx="11612880" cy="5486400"/>
          </a:xfrm>
          <a:prstGeom prst="rect">
            <a:avLst/>
          </a:prstGeom>
          <a:solidFill>
            <a:srgbClr val="2326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064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불안 → 호기심 → 긴장 → 공포 → 성취 → 불쾌함 → 안타까움 → 결의 → 슬픔 → 충격</a:t>
            </a:r>
          </a:p>
          <a:p>
            <a:pPr>
              <a:defRPr sz="1600">
                <a:solidFill>
                  <a:srgbClr val="F0F0F0"/>
                </a:solidFill>
              </a:defRPr>
            </a:pP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설계 의도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플레이어가 보스를 단순한 적이 아닌 "구원해야 할 친구“로 인식하도록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