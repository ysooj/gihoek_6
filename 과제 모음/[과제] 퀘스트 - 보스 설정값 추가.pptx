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97CAB-3680-4BDC-888C-BE1F1DFDFF7E}" v="13" dt="2026-06-19T02:24:19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custSel addSld delSld modSld">
      <pc:chgData name="musukie52@gmail.com" userId="017bd91f96aa8751" providerId="LiveId" clId="{5B2C3894-F97E-4CAB-8812-5BB4D83AAC6A}" dt="2026-06-19T02:28:00.435" v="73" actId="6549"/>
      <pc:docMkLst>
        <pc:docMk/>
      </pc:docMkLst>
      <pc:sldChg chg="addSp delSp modSp new mod setBg">
        <pc:chgData name="musukie52@gmail.com" userId="017bd91f96aa8751" providerId="LiveId" clId="{5B2C3894-F97E-4CAB-8812-5BB4D83AAC6A}" dt="2026-06-19T02:27:28.673" v="64" actId="6549"/>
        <pc:sldMkLst>
          <pc:docMk/>
          <pc:sldMk cId="3279824541" sldId="256"/>
        </pc:sldMkLst>
        <pc:spChg chg="del">
          <ac:chgData name="musukie52@gmail.com" userId="017bd91f96aa8751" providerId="LiveId" clId="{5B2C3894-F97E-4CAB-8812-5BB4D83AAC6A}" dt="2026-06-19T02:23:07.050" v="2" actId="478"/>
          <ac:spMkLst>
            <pc:docMk/>
            <pc:sldMk cId="3279824541" sldId="256"/>
            <ac:spMk id="2" creationId="{4C69F673-D49D-0264-2E12-49F7561D529D}"/>
          </ac:spMkLst>
        </pc:spChg>
        <pc:spChg chg="del">
          <ac:chgData name="musukie52@gmail.com" userId="017bd91f96aa8751" providerId="LiveId" clId="{5B2C3894-F97E-4CAB-8812-5BB4D83AAC6A}" dt="2026-06-19T02:23:07.050" v="2" actId="478"/>
          <ac:spMkLst>
            <pc:docMk/>
            <pc:sldMk cId="3279824541" sldId="256"/>
            <ac:spMk id="3" creationId="{A463C35F-032A-9226-7D24-ADF50B6D7274}"/>
          </ac:spMkLst>
        </pc:spChg>
        <pc:spChg chg="add del">
          <ac:chgData name="musukie52@gmail.com" userId="017bd91f96aa8751" providerId="LiveId" clId="{5B2C3894-F97E-4CAB-8812-5BB4D83AAC6A}" dt="2026-06-19T02:23:17.532" v="4" actId="478"/>
          <ac:spMkLst>
            <pc:docMk/>
            <pc:sldMk cId="3279824541" sldId="256"/>
            <ac:spMk id="5" creationId="{5A9D6475-6037-224F-AA91-9DCA02256215}"/>
          </ac:spMkLst>
        </pc:spChg>
        <pc:spChg chg="del">
          <ac:chgData name="musukie52@gmail.com" userId="017bd91f96aa8751" providerId="LiveId" clId="{5B2C3894-F97E-4CAB-8812-5BB4D83AAC6A}" dt="2026-06-19T02:23:46.795" v="6" actId="478"/>
          <ac:spMkLst>
            <pc:docMk/>
            <pc:sldMk cId="3279824541" sldId="256"/>
            <ac:spMk id="9" creationId="{BF6BD8E3-4340-EB97-0042-32F8E2480BB4}"/>
          </ac:spMkLst>
        </pc:spChg>
        <pc:spChg chg="del">
          <ac:chgData name="musukie52@gmail.com" userId="017bd91f96aa8751" providerId="LiveId" clId="{5B2C3894-F97E-4CAB-8812-5BB4D83AAC6A}" dt="2026-06-19T02:23:46.795" v="6" actId="478"/>
          <ac:spMkLst>
            <pc:docMk/>
            <pc:sldMk cId="3279824541" sldId="256"/>
            <ac:spMk id="11" creationId="{71881424-83F6-DEEE-C356-ABFEA0A332E9}"/>
          </ac:spMkLst>
        </pc:spChg>
        <pc:spChg chg="del">
          <ac:chgData name="musukie52@gmail.com" userId="017bd91f96aa8751" providerId="LiveId" clId="{5B2C3894-F97E-4CAB-8812-5BB4D83AAC6A}" dt="2026-06-19T02:23:46.795" v="6" actId="478"/>
          <ac:spMkLst>
            <pc:docMk/>
            <pc:sldMk cId="3279824541" sldId="256"/>
            <ac:spMk id="17" creationId="{F91B6B36-B55F-84AA-D918-B32163E679A8}"/>
          </ac:spMkLst>
        </pc:spChg>
        <pc:spChg chg="add del">
          <ac:chgData name="musukie52@gmail.com" userId="017bd91f96aa8751" providerId="LiveId" clId="{5B2C3894-F97E-4CAB-8812-5BB4D83AAC6A}" dt="2026-06-19T02:23:46.795" v="6" actId="478"/>
          <ac:spMkLst>
            <pc:docMk/>
            <pc:sldMk cId="3279824541" sldId="256"/>
            <ac:spMk id="19" creationId="{8F03D906-6D21-254D-A6AC-02AE391D2A9B}"/>
          </ac:spMkLst>
        </pc:spChg>
        <pc:spChg chg="del">
          <ac:chgData name="musukie52@gmail.com" userId="017bd91f96aa8751" providerId="LiveId" clId="{5B2C3894-F97E-4CAB-8812-5BB4D83AAC6A}" dt="2026-06-19T02:23:46.795" v="6" actId="478"/>
          <ac:spMkLst>
            <pc:docMk/>
            <pc:sldMk cId="3279824541" sldId="256"/>
            <ac:spMk id="21" creationId="{7FAD7E69-E26B-0B29-AFE2-DCFF0520DE19}"/>
          </ac:spMkLst>
        </pc:spChg>
        <pc:spChg chg="add del">
          <ac:chgData name="musukie52@gmail.com" userId="017bd91f96aa8751" providerId="LiveId" clId="{5B2C3894-F97E-4CAB-8812-5BB4D83AAC6A}" dt="2026-06-19T02:23:46.795" v="6" actId="478"/>
          <ac:spMkLst>
            <pc:docMk/>
            <pc:sldMk cId="3279824541" sldId="256"/>
            <ac:spMk id="27" creationId="{81D68F23-A946-7CF2-E1E2-6086B97AA497}"/>
          </ac:spMkLst>
        </pc:spChg>
        <pc:spChg chg="del">
          <ac:chgData name="musukie52@gmail.com" userId="017bd91f96aa8751" providerId="LiveId" clId="{5B2C3894-F97E-4CAB-8812-5BB4D83AAC6A}" dt="2026-06-19T02:23:46.795" v="6" actId="478"/>
          <ac:spMkLst>
            <pc:docMk/>
            <pc:sldMk cId="3279824541" sldId="256"/>
            <ac:spMk id="29" creationId="{802004FA-99CC-950E-992F-927F8EA46848}"/>
          </ac:spMkLst>
        </pc:spChg>
        <pc:spChg chg="del">
          <ac:chgData name="musukie52@gmail.com" userId="017bd91f96aa8751" providerId="LiveId" clId="{5B2C3894-F97E-4CAB-8812-5BB4D83AAC6A}" dt="2026-06-19T02:23:46.795" v="6" actId="478"/>
          <ac:spMkLst>
            <pc:docMk/>
            <pc:sldMk cId="3279824541" sldId="256"/>
            <ac:spMk id="31" creationId="{AD220F1A-BD60-5308-A88B-406BC4710E62}"/>
          </ac:spMkLst>
        </pc:spChg>
        <pc:spChg chg="add">
          <ac:chgData name="musukie52@gmail.com" userId="017bd91f96aa8751" providerId="LiveId" clId="{5B2C3894-F97E-4CAB-8812-5BB4D83AAC6A}" dt="2026-06-19T02:23:43.768" v="5" actId="22"/>
          <ac:spMkLst>
            <pc:docMk/>
            <pc:sldMk cId="3279824541" sldId="256"/>
            <ac:spMk id="35" creationId="{CA9E4641-4F60-A5D7-3651-0D300DF5DAE6}"/>
          </ac:spMkLst>
        </pc:spChg>
        <pc:spChg chg="del">
          <ac:chgData name="musukie52@gmail.com" userId="017bd91f96aa8751" providerId="LiveId" clId="{5B2C3894-F97E-4CAB-8812-5BB4D83AAC6A}" dt="2026-06-19T02:23:46.795" v="6" actId="478"/>
          <ac:spMkLst>
            <pc:docMk/>
            <pc:sldMk cId="3279824541" sldId="256"/>
            <ac:spMk id="37" creationId="{164CD273-DBAD-7108-DF37-84AD636D850D}"/>
          </ac:spMkLst>
        </pc:spChg>
        <pc:spChg chg="del">
          <ac:chgData name="musukie52@gmail.com" userId="017bd91f96aa8751" providerId="LiveId" clId="{5B2C3894-F97E-4CAB-8812-5BB4D83AAC6A}" dt="2026-06-19T02:23:46.795" v="6" actId="478"/>
          <ac:spMkLst>
            <pc:docMk/>
            <pc:sldMk cId="3279824541" sldId="256"/>
            <ac:spMk id="39" creationId="{273BA306-94CA-323E-0F42-B1B09CF8E9F4}"/>
          </ac:spMkLst>
        </pc:spChg>
        <pc:spChg chg="add">
          <ac:chgData name="musukie52@gmail.com" userId="017bd91f96aa8751" providerId="LiveId" clId="{5B2C3894-F97E-4CAB-8812-5BB4D83AAC6A}" dt="2026-06-19T02:23:43.768" v="5" actId="22"/>
          <ac:spMkLst>
            <pc:docMk/>
            <pc:sldMk cId="3279824541" sldId="256"/>
            <ac:spMk id="41" creationId="{D0CBCC3C-E54F-12DB-6BEC-CE012CA20EA4}"/>
          </ac:spMkLst>
        </pc:spChg>
        <pc:spChg chg="add">
          <ac:chgData name="musukie52@gmail.com" userId="017bd91f96aa8751" providerId="LiveId" clId="{5B2C3894-F97E-4CAB-8812-5BB4D83AAC6A}" dt="2026-06-19T02:23:43.768" v="5" actId="22"/>
          <ac:spMkLst>
            <pc:docMk/>
            <pc:sldMk cId="3279824541" sldId="256"/>
            <ac:spMk id="45" creationId="{147F78F6-1635-FFA1-FECD-C367D42986F6}"/>
          </ac:spMkLst>
        </pc:spChg>
        <pc:spChg chg="del mod">
          <ac:chgData name="musukie52@gmail.com" userId="017bd91f96aa8751" providerId="LiveId" clId="{5B2C3894-F97E-4CAB-8812-5BB4D83AAC6A}" dt="2026-06-19T02:24:58.197" v="37" actId="478"/>
          <ac:spMkLst>
            <pc:docMk/>
            <pc:sldMk cId="3279824541" sldId="256"/>
            <ac:spMk id="49" creationId="{5F087DD2-F30E-0DF1-B26F-70AD4A6A3568}"/>
          </ac:spMkLst>
        </pc:spChg>
        <pc:spChg chg="add">
          <ac:chgData name="musukie52@gmail.com" userId="017bd91f96aa8751" providerId="LiveId" clId="{5B2C3894-F97E-4CAB-8812-5BB4D83AAC6A}" dt="2026-06-19T02:23:43.768" v="5" actId="22"/>
          <ac:spMkLst>
            <pc:docMk/>
            <pc:sldMk cId="3279824541" sldId="256"/>
            <ac:spMk id="59" creationId="{F79913AB-D5B9-653D-1422-F6A399CC7025}"/>
          </ac:spMkLst>
        </pc:spChg>
        <pc:spChg chg="add">
          <ac:chgData name="musukie52@gmail.com" userId="017bd91f96aa8751" providerId="LiveId" clId="{5B2C3894-F97E-4CAB-8812-5BB4D83AAC6A}" dt="2026-06-19T02:23:43.768" v="5" actId="22"/>
          <ac:spMkLst>
            <pc:docMk/>
            <pc:sldMk cId="3279824541" sldId="256"/>
            <ac:spMk id="83" creationId="{B42917E3-FFE3-2DE8-BA0C-D5441BD16126}"/>
          </ac:spMkLst>
        </pc:spChg>
        <pc:spChg chg="add">
          <ac:chgData name="musukie52@gmail.com" userId="017bd91f96aa8751" providerId="LiveId" clId="{5B2C3894-F97E-4CAB-8812-5BB4D83AAC6A}" dt="2026-06-19T02:23:43.768" v="5" actId="22"/>
          <ac:spMkLst>
            <pc:docMk/>
            <pc:sldMk cId="3279824541" sldId="256"/>
            <ac:spMk id="89" creationId="{9835A42A-7D1F-72F0-F055-ECA7F4324856}"/>
          </ac:spMkLst>
        </pc:spChg>
        <pc:spChg chg="add">
          <ac:chgData name="musukie52@gmail.com" userId="017bd91f96aa8751" providerId="LiveId" clId="{5B2C3894-F97E-4CAB-8812-5BB4D83AAC6A}" dt="2026-06-19T02:23:43.768" v="5" actId="22"/>
          <ac:spMkLst>
            <pc:docMk/>
            <pc:sldMk cId="3279824541" sldId="256"/>
            <ac:spMk id="91" creationId="{9E7A9077-334C-C7A5-AB1F-1C130BBAD3B9}"/>
          </ac:spMkLst>
        </pc:spChg>
        <pc:spChg chg="add">
          <ac:chgData name="musukie52@gmail.com" userId="017bd91f96aa8751" providerId="LiveId" clId="{5B2C3894-F97E-4CAB-8812-5BB4D83AAC6A}" dt="2026-06-19T02:23:43.768" v="5" actId="22"/>
          <ac:spMkLst>
            <pc:docMk/>
            <pc:sldMk cId="3279824541" sldId="256"/>
            <ac:spMk id="93" creationId="{93877C39-3156-FF01-0A4A-DEECC48AB89A}"/>
          </ac:spMkLst>
        </pc:spChg>
        <pc:spChg chg="mod">
          <ac:chgData name="musukie52@gmail.com" userId="017bd91f96aa8751" providerId="LiveId" clId="{5B2C3894-F97E-4CAB-8812-5BB4D83AAC6A}" dt="2026-06-19T02:27:28.673" v="64" actId="6549"/>
          <ac:spMkLst>
            <pc:docMk/>
            <pc:sldMk cId="3279824541" sldId="256"/>
            <ac:spMk id="105" creationId="{9719C3E4-07BF-8F38-7A20-00AA17AEE2C7}"/>
          </ac:spMkLst>
        </pc:spChg>
      </pc:sldChg>
      <pc:sldChg chg="add del setBg">
        <pc:chgData name="musukie52@gmail.com" userId="017bd91f96aa8751" providerId="LiveId" clId="{5B2C3894-F97E-4CAB-8812-5BB4D83AAC6A}" dt="2026-06-19T02:23:54.674" v="8"/>
        <pc:sldMkLst>
          <pc:docMk/>
          <pc:sldMk cId="3319646951" sldId="257"/>
        </pc:sldMkLst>
      </pc:sldChg>
      <pc:sldChg chg="addSp delSp modSp new mod setBg">
        <pc:chgData name="musukie52@gmail.com" userId="017bd91f96aa8751" providerId="LiveId" clId="{5B2C3894-F97E-4CAB-8812-5BB4D83AAC6A}" dt="2026-06-19T02:27:32.328" v="65" actId="6549"/>
        <pc:sldMkLst>
          <pc:docMk/>
          <pc:sldMk cId="3393434758" sldId="257"/>
        </pc:sldMkLst>
        <pc:spChg chg="del">
          <ac:chgData name="musukie52@gmail.com" userId="017bd91f96aa8751" providerId="LiveId" clId="{5B2C3894-F97E-4CAB-8812-5BB4D83AAC6A}" dt="2026-06-19T02:24:07.099" v="19" actId="478"/>
          <ac:spMkLst>
            <pc:docMk/>
            <pc:sldMk cId="3393434758" sldId="257"/>
            <ac:spMk id="2" creationId="{F5C6B433-A70C-881F-E55C-39DB323E2D3C}"/>
          </ac:spMkLst>
        </pc:spChg>
        <pc:spChg chg="del">
          <ac:chgData name="musukie52@gmail.com" userId="017bd91f96aa8751" providerId="LiveId" clId="{5B2C3894-F97E-4CAB-8812-5BB4D83AAC6A}" dt="2026-06-19T02:24:07.099" v="19" actId="478"/>
          <ac:spMkLst>
            <pc:docMk/>
            <pc:sldMk cId="3393434758" sldId="257"/>
            <ac:spMk id="3" creationId="{208286A9-0441-CB62-BF4D-3633A4DB6746}"/>
          </ac:spMkLst>
        </pc:spChg>
        <pc:spChg chg="del">
          <ac:chgData name="musukie52@gmail.com" userId="017bd91f96aa8751" providerId="LiveId" clId="{5B2C3894-F97E-4CAB-8812-5BB4D83AAC6A}" dt="2026-06-19T02:24:31.661" v="31" actId="478"/>
          <ac:spMkLst>
            <pc:docMk/>
            <pc:sldMk cId="3393434758" sldId="257"/>
            <ac:spMk id="5" creationId="{85DE1F19-C3CA-BD56-5C79-313EEC31BA2A}"/>
          </ac:spMkLst>
        </pc:spChg>
        <pc:spChg chg="del">
          <ac:chgData name="musukie52@gmail.com" userId="017bd91f96aa8751" providerId="LiveId" clId="{5B2C3894-F97E-4CAB-8812-5BB4D83AAC6A}" dt="2026-06-19T02:24:31.661" v="31" actId="478"/>
          <ac:spMkLst>
            <pc:docMk/>
            <pc:sldMk cId="3393434758" sldId="257"/>
            <ac:spMk id="7" creationId="{1D1A08C1-A265-1EF7-E31F-C7035297EFE7}"/>
          </ac:spMkLst>
        </pc:spChg>
        <pc:spChg chg="del">
          <ac:chgData name="musukie52@gmail.com" userId="017bd91f96aa8751" providerId="LiveId" clId="{5B2C3894-F97E-4CAB-8812-5BB4D83AAC6A}" dt="2026-06-19T02:24:31.661" v="31" actId="478"/>
          <ac:spMkLst>
            <pc:docMk/>
            <pc:sldMk cId="3393434758" sldId="257"/>
            <ac:spMk id="11" creationId="{EE53C998-E017-9F7E-7970-31A08EE15E8A}"/>
          </ac:spMkLst>
        </pc:spChg>
        <pc:spChg chg="del">
          <ac:chgData name="musukie52@gmail.com" userId="017bd91f96aa8751" providerId="LiveId" clId="{5B2C3894-F97E-4CAB-8812-5BB4D83AAC6A}" dt="2026-06-19T02:24:31.661" v="31" actId="478"/>
          <ac:spMkLst>
            <pc:docMk/>
            <pc:sldMk cId="3393434758" sldId="257"/>
            <ac:spMk id="15" creationId="{8FF823A5-6AB7-8777-9193-E446449EED87}"/>
          </ac:spMkLst>
        </pc:spChg>
        <pc:spChg chg="add">
          <ac:chgData name="musukie52@gmail.com" userId="017bd91f96aa8751" providerId="LiveId" clId="{5B2C3894-F97E-4CAB-8812-5BB4D83AAC6A}" dt="2026-06-19T02:24:28.583" v="30" actId="22"/>
          <ac:spMkLst>
            <pc:docMk/>
            <pc:sldMk cId="3393434758" sldId="257"/>
            <ac:spMk id="19" creationId="{14323B0D-B942-FD36-76EB-7E894704C1FF}"/>
          </ac:spMkLst>
        </pc:spChg>
        <pc:spChg chg="del">
          <ac:chgData name="musukie52@gmail.com" userId="017bd91f96aa8751" providerId="LiveId" clId="{5B2C3894-F97E-4CAB-8812-5BB4D83AAC6A}" dt="2026-06-19T02:24:31.661" v="31" actId="478"/>
          <ac:spMkLst>
            <pc:docMk/>
            <pc:sldMk cId="3393434758" sldId="257"/>
            <ac:spMk id="21" creationId="{ACA41EFF-7986-8108-8223-AEDA259EA3A1}"/>
          </ac:spMkLst>
        </pc:spChg>
        <pc:spChg chg="del">
          <ac:chgData name="musukie52@gmail.com" userId="017bd91f96aa8751" providerId="LiveId" clId="{5B2C3894-F97E-4CAB-8812-5BB4D83AAC6A}" dt="2026-06-19T02:24:31.661" v="31" actId="478"/>
          <ac:spMkLst>
            <pc:docMk/>
            <pc:sldMk cId="3393434758" sldId="257"/>
            <ac:spMk id="23" creationId="{D3217144-4CE8-ADB4-B7ED-6D7A587D9EA8}"/>
          </ac:spMkLst>
        </pc:spChg>
        <pc:spChg chg="del">
          <ac:chgData name="musukie52@gmail.com" userId="017bd91f96aa8751" providerId="LiveId" clId="{5B2C3894-F97E-4CAB-8812-5BB4D83AAC6A}" dt="2026-06-19T02:24:31.661" v="31" actId="478"/>
          <ac:spMkLst>
            <pc:docMk/>
            <pc:sldMk cId="3393434758" sldId="257"/>
            <ac:spMk id="25" creationId="{115E6007-CC87-45B1-5CD4-F139F5EA760C}"/>
          </ac:spMkLst>
        </pc:spChg>
        <pc:spChg chg="del">
          <ac:chgData name="musukie52@gmail.com" userId="017bd91f96aa8751" providerId="LiveId" clId="{5B2C3894-F97E-4CAB-8812-5BB4D83AAC6A}" dt="2026-06-19T02:24:31.661" v="31" actId="478"/>
          <ac:spMkLst>
            <pc:docMk/>
            <pc:sldMk cId="3393434758" sldId="257"/>
            <ac:spMk id="35" creationId="{A7706678-7F31-C9E7-B9AA-ED6BCAEFBEDF}"/>
          </ac:spMkLst>
        </pc:spChg>
        <pc:spChg chg="del">
          <ac:chgData name="musukie52@gmail.com" userId="017bd91f96aa8751" providerId="LiveId" clId="{5B2C3894-F97E-4CAB-8812-5BB4D83AAC6A}" dt="2026-06-19T02:24:31.661" v="31" actId="478"/>
          <ac:spMkLst>
            <pc:docMk/>
            <pc:sldMk cId="3393434758" sldId="257"/>
            <ac:spMk id="37" creationId="{DBA8A732-9681-8B6F-23A5-C71B3795ED02}"/>
          </ac:spMkLst>
        </pc:spChg>
        <pc:spChg chg="del">
          <ac:chgData name="musukie52@gmail.com" userId="017bd91f96aa8751" providerId="LiveId" clId="{5B2C3894-F97E-4CAB-8812-5BB4D83AAC6A}" dt="2026-06-19T02:24:31.661" v="31" actId="478"/>
          <ac:spMkLst>
            <pc:docMk/>
            <pc:sldMk cId="3393434758" sldId="257"/>
            <ac:spMk id="39" creationId="{EB1E9BB2-55C3-A23D-BBB6-44839E39A06F}"/>
          </ac:spMkLst>
        </pc:spChg>
        <pc:spChg chg="add">
          <ac:chgData name="musukie52@gmail.com" userId="017bd91f96aa8751" providerId="LiveId" clId="{5B2C3894-F97E-4CAB-8812-5BB4D83AAC6A}" dt="2026-06-19T02:24:28.583" v="30" actId="22"/>
          <ac:spMkLst>
            <pc:docMk/>
            <pc:sldMk cId="3393434758" sldId="257"/>
            <ac:spMk id="45" creationId="{EDF10B80-F6A7-E701-AF54-1550733E940A}"/>
          </ac:spMkLst>
        </pc:spChg>
        <pc:spChg chg="del">
          <ac:chgData name="musukie52@gmail.com" userId="017bd91f96aa8751" providerId="LiveId" clId="{5B2C3894-F97E-4CAB-8812-5BB4D83AAC6A}" dt="2026-06-19T02:24:32.895" v="32" actId="478"/>
          <ac:spMkLst>
            <pc:docMk/>
            <pc:sldMk cId="3393434758" sldId="257"/>
            <ac:spMk id="47" creationId="{A0D5F30E-B1ED-ABEC-5CE4-44CF277ED917}"/>
          </ac:spMkLst>
        </pc:spChg>
        <pc:spChg chg="add mod">
          <ac:chgData name="musukie52@gmail.com" userId="017bd91f96aa8751" providerId="LiveId" clId="{5B2C3894-F97E-4CAB-8812-5BB4D83AAC6A}" dt="2026-06-19T02:27:18.379" v="63" actId="255"/>
          <ac:spMkLst>
            <pc:docMk/>
            <pc:sldMk cId="3393434758" sldId="257"/>
            <ac:spMk id="57" creationId="{50D29767-EAD7-2912-3B1D-EA5A2FFECAF6}"/>
          </ac:spMkLst>
        </pc:spChg>
        <pc:spChg chg="add">
          <ac:chgData name="musukie52@gmail.com" userId="017bd91f96aa8751" providerId="LiveId" clId="{5B2C3894-F97E-4CAB-8812-5BB4D83AAC6A}" dt="2026-06-19T02:24:28.583" v="30" actId="22"/>
          <ac:spMkLst>
            <pc:docMk/>
            <pc:sldMk cId="3393434758" sldId="257"/>
            <ac:spMk id="63" creationId="{F4E9FD74-C6DE-638F-8288-CFC64006FDD3}"/>
          </ac:spMkLst>
        </pc:spChg>
        <pc:spChg chg="add mod">
          <ac:chgData name="musukie52@gmail.com" userId="017bd91f96aa8751" providerId="LiveId" clId="{5B2C3894-F97E-4CAB-8812-5BB4D83AAC6A}" dt="2026-06-19T02:27:18.379" v="63" actId="255"/>
          <ac:spMkLst>
            <pc:docMk/>
            <pc:sldMk cId="3393434758" sldId="257"/>
            <ac:spMk id="65" creationId="{BC851F3A-B93E-D3E5-5352-9B760C60FF83}"/>
          </ac:spMkLst>
        </pc:spChg>
        <pc:spChg chg="mod">
          <ac:chgData name="musukie52@gmail.com" userId="017bd91f96aa8751" providerId="LiveId" clId="{5B2C3894-F97E-4CAB-8812-5BB4D83AAC6A}" dt="2026-06-19T02:27:18.379" v="63" actId="255"/>
          <ac:spMkLst>
            <pc:docMk/>
            <pc:sldMk cId="3393434758" sldId="257"/>
            <ac:spMk id="69" creationId="{9990F32D-197F-834F-72D5-0668B53B3592}"/>
          </ac:spMkLst>
        </pc:spChg>
        <pc:spChg chg="mod">
          <ac:chgData name="musukie52@gmail.com" userId="017bd91f96aa8751" providerId="LiveId" clId="{5B2C3894-F97E-4CAB-8812-5BB4D83AAC6A}" dt="2026-06-19T02:27:18.379" v="63" actId="255"/>
          <ac:spMkLst>
            <pc:docMk/>
            <pc:sldMk cId="3393434758" sldId="257"/>
            <ac:spMk id="71" creationId="{B9680030-BE3D-C062-D3AE-ADE6C93D98D5}"/>
          </ac:spMkLst>
        </pc:spChg>
        <pc:spChg chg="add">
          <ac:chgData name="musukie52@gmail.com" userId="017bd91f96aa8751" providerId="LiveId" clId="{5B2C3894-F97E-4CAB-8812-5BB4D83AAC6A}" dt="2026-06-19T02:24:28.583" v="30" actId="22"/>
          <ac:spMkLst>
            <pc:docMk/>
            <pc:sldMk cId="3393434758" sldId="257"/>
            <ac:spMk id="75" creationId="{FD16BCFC-FDA1-482E-29B0-1465BB367B93}"/>
          </ac:spMkLst>
        </pc:spChg>
        <pc:spChg chg="mod">
          <ac:chgData name="musukie52@gmail.com" userId="017bd91f96aa8751" providerId="LiveId" clId="{5B2C3894-F97E-4CAB-8812-5BB4D83AAC6A}" dt="2026-06-19T02:27:18.379" v="63" actId="255"/>
          <ac:spMkLst>
            <pc:docMk/>
            <pc:sldMk cId="3393434758" sldId="257"/>
            <ac:spMk id="81" creationId="{C610EC85-2581-2A46-798A-7F9E81B4774C}"/>
          </ac:spMkLst>
        </pc:spChg>
        <pc:spChg chg="add">
          <ac:chgData name="musukie52@gmail.com" userId="017bd91f96aa8751" providerId="LiveId" clId="{5B2C3894-F97E-4CAB-8812-5BB4D83AAC6A}" dt="2026-06-19T02:24:28.583" v="30" actId="22"/>
          <ac:spMkLst>
            <pc:docMk/>
            <pc:sldMk cId="3393434758" sldId="257"/>
            <ac:spMk id="83" creationId="{7CBA8301-08D5-A575-6545-3C1BC780305C}"/>
          </ac:spMkLst>
        </pc:spChg>
        <pc:spChg chg="mod">
          <ac:chgData name="musukie52@gmail.com" userId="017bd91f96aa8751" providerId="LiveId" clId="{5B2C3894-F97E-4CAB-8812-5BB4D83AAC6A}" dt="2026-06-19T02:27:18.379" v="63" actId="255"/>
          <ac:spMkLst>
            <pc:docMk/>
            <pc:sldMk cId="3393434758" sldId="257"/>
            <ac:spMk id="85" creationId="{CA786B4E-E9B9-1B39-9B80-0220D09D2673}"/>
          </ac:spMkLst>
        </pc:spChg>
        <pc:spChg chg="add">
          <ac:chgData name="musukie52@gmail.com" userId="017bd91f96aa8751" providerId="LiveId" clId="{5B2C3894-F97E-4CAB-8812-5BB4D83AAC6A}" dt="2026-06-19T02:24:28.583" v="30" actId="22"/>
          <ac:spMkLst>
            <pc:docMk/>
            <pc:sldMk cId="3393434758" sldId="257"/>
            <ac:spMk id="87" creationId="{3347D541-F17E-44D1-FC0C-21C9F1147455}"/>
          </ac:spMkLst>
        </pc:spChg>
        <pc:spChg chg="mod">
          <ac:chgData name="musukie52@gmail.com" userId="017bd91f96aa8751" providerId="LiveId" clId="{5B2C3894-F97E-4CAB-8812-5BB4D83AAC6A}" dt="2026-06-19T02:27:18.379" v="63" actId="255"/>
          <ac:spMkLst>
            <pc:docMk/>
            <pc:sldMk cId="3393434758" sldId="257"/>
            <ac:spMk id="95" creationId="{65849CA5-56DC-FB9B-3228-F9068B785862}"/>
          </ac:spMkLst>
        </pc:spChg>
        <pc:spChg chg="add mod">
          <ac:chgData name="musukie52@gmail.com" userId="017bd91f96aa8751" providerId="LiveId" clId="{5B2C3894-F97E-4CAB-8812-5BB4D83AAC6A}" dt="2026-06-19T02:27:18.379" v="63" actId="255"/>
          <ac:spMkLst>
            <pc:docMk/>
            <pc:sldMk cId="3393434758" sldId="257"/>
            <ac:spMk id="101" creationId="{1EA2CB4B-B4CA-2429-87C4-E7D29ADCDF17}"/>
          </ac:spMkLst>
        </pc:spChg>
        <pc:spChg chg="add mod">
          <ac:chgData name="musukie52@gmail.com" userId="017bd91f96aa8751" providerId="LiveId" clId="{5B2C3894-F97E-4CAB-8812-5BB4D83AAC6A}" dt="2026-06-19T02:27:18.379" v="63" actId="255"/>
          <ac:spMkLst>
            <pc:docMk/>
            <pc:sldMk cId="3393434758" sldId="257"/>
            <ac:spMk id="109" creationId="{85C4E65D-8A5A-D80C-9B46-6E13C2E02551}"/>
          </ac:spMkLst>
        </pc:spChg>
        <pc:spChg chg="mod">
          <ac:chgData name="musukie52@gmail.com" userId="017bd91f96aa8751" providerId="LiveId" clId="{5B2C3894-F97E-4CAB-8812-5BB4D83AAC6A}" dt="2026-06-19T02:27:18.379" v="63" actId="255"/>
          <ac:spMkLst>
            <pc:docMk/>
            <pc:sldMk cId="3393434758" sldId="257"/>
            <ac:spMk id="111" creationId="{5C2EDB76-F55C-FBFA-E4A5-5C059A1026F9}"/>
          </ac:spMkLst>
        </pc:spChg>
        <pc:spChg chg="mod">
          <ac:chgData name="musukie52@gmail.com" userId="017bd91f96aa8751" providerId="LiveId" clId="{5B2C3894-F97E-4CAB-8812-5BB4D83AAC6A}" dt="2026-06-19T02:27:32.328" v="65" actId="6549"/>
          <ac:spMkLst>
            <pc:docMk/>
            <pc:sldMk cId="3393434758" sldId="257"/>
            <ac:spMk id="117" creationId="{2154E189-02A3-9B96-E676-461544F0EFF8}"/>
          </ac:spMkLst>
        </pc:spChg>
      </pc:sldChg>
      <pc:sldChg chg="new del">
        <pc:chgData name="musukie52@gmail.com" userId="017bd91f96aa8751" providerId="LiveId" clId="{5B2C3894-F97E-4CAB-8812-5BB4D83AAC6A}" dt="2026-06-19T02:24:09.854" v="20" actId="47"/>
        <pc:sldMkLst>
          <pc:docMk/>
          <pc:sldMk cId="2187688106" sldId="258"/>
        </pc:sldMkLst>
      </pc:sldChg>
      <pc:sldChg chg="addSp delSp modSp add mod setBg">
        <pc:chgData name="musukie52@gmail.com" userId="017bd91f96aa8751" providerId="LiveId" clId="{5B2C3894-F97E-4CAB-8812-5BB4D83AAC6A}" dt="2026-06-19T02:27:36.340" v="66" actId="6549"/>
        <pc:sldMkLst>
          <pc:docMk/>
          <pc:sldMk cId="2237421754" sldId="258"/>
        </pc:sldMkLst>
        <pc:spChg chg="del">
          <ac:chgData name="musukie52@gmail.com" userId="017bd91f96aa8751" providerId="LiveId" clId="{5B2C3894-F97E-4CAB-8812-5BB4D83AAC6A}" dt="2026-06-19T02:24:48.895" v="34" actId="478"/>
          <ac:spMkLst>
            <pc:docMk/>
            <pc:sldMk cId="2237421754" sldId="258"/>
            <ac:spMk id="5" creationId="{AEEE47E9-69DA-FE7A-3F33-C149931C4F49}"/>
          </ac:spMkLst>
        </pc:spChg>
        <pc:spChg chg="add">
          <ac:chgData name="musukie52@gmail.com" userId="017bd91f96aa8751" providerId="LiveId" clId="{5B2C3894-F97E-4CAB-8812-5BB4D83AAC6A}" dt="2026-06-19T02:24:46.454" v="33" actId="22"/>
          <ac:spMkLst>
            <pc:docMk/>
            <pc:sldMk cId="2237421754" sldId="258"/>
            <ac:spMk id="7" creationId="{A32DB9AC-5488-A7A8-29DF-FF4EE15812FD}"/>
          </ac:spMkLst>
        </pc:spChg>
        <pc:spChg chg="del">
          <ac:chgData name="musukie52@gmail.com" userId="017bd91f96aa8751" providerId="LiveId" clId="{5B2C3894-F97E-4CAB-8812-5BB4D83AAC6A}" dt="2026-06-19T02:24:48.895" v="34" actId="478"/>
          <ac:spMkLst>
            <pc:docMk/>
            <pc:sldMk cId="2237421754" sldId="258"/>
            <ac:spMk id="9" creationId="{BCAD4C17-DB74-CE4D-2880-1CE2EEB469DD}"/>
          </ac:spMkLst>
        </pc:spChg>
        <pc:spChg chg="add">
          <ac:chgData name="musukie52@gmail.com" userId="017bd91f96aa8751" providerId="LiveId" clId="{5B2C3894-F97E-4CAB-8812-5BB4D83AAC6A}" dt="2026-06-19T02:24:46.454" v="33" actId="22"/>
          <ac:spMkLst>
            <pc:docMk/>
            <pc:sldMk cId="2237421754" sldId="258"/>
            <ac:spMk id="11" creationId="{93B7D1F8-9C5E-C88F-430F-A705C2BD445C}"/>
          </ac:spMkLst>
        </pc:spChg>
        <pc:spChg chg="del">
          <ac:chgData name="musukie52@gmail.com" userId="017bd91f96aa8751" providerId="LiveId" clId="{5B2C3894-F97E-4CAB-8812-5BB4D83AAC6A}" dt="2026-06-19T02:24:48.895" v="34" actId="478"/>
          <ac:spMkLst>
            <pc:docMk/>
            <pc:sldMk cId="2237421754" sldId="258"/>
            <ac:spMk id="13" creationId="{AAC12C52-294C-8E9F-F7AB-D2F3C68B3D46}"/>
          </ac:spMkLst>
        </pc:spChg>
        <pc:spChg chg="del">
          <ac:chgData name="musukie52@gmail.com" userId="017bd91f96aa8751" providerId="LiveId" clId="{5B2C3894-F97E-4CAB-8812-5BB4D83AAC6A}" dt="2026-06-19T02:24:48.895" v="34" actId="478"/>
          <ac:spMkLst>
            <pc:docMk/>
            <pc:sldMk cId="2237421754" sldId="258"/>
            <ac:spMk id="15" creationId="{3D0E4FFD-8801-281B-A814-70B213762781}"/>
          </ac:spMkLst>
        </pc:spChg>
        <pc:spChg chg="del">
          <ac:chgData name="musukie52@gmail.com" userId="017bd91f96aa8751" providerId="LiveId" clId="{5B2C3894-F97E-4CAB-8812-5BB4D83AAC6A}" dt="2026-06-19T02:24:48.895" v="34" actId="478"/>
          <ac:spMkLst>
            <pc:docMk/>
            <pc:sldMk cId="2237421754" sldId="258"/>
            <ac:spMk id="17" creationId="{CBCA7983-2286-6C99-69AC-F19A1615641C}"/>
          </ac:spMkLst>
        </pc:spChg>
        <pc:spChg chg="add del">
          <ac:chgData name="musukie52@gmail.com" userId="017bd91f96aa8751" providerId="LiveId" clId="{5B2C3894-F97E-4CAB-8812-5BB4D83AAC6A}" dt="2026-06-19T02:24:48.895" v="34" actId="478"/>
          <ac:spMkLst>
            <pc:docMk/>
            <pc:sldMk cId="2237421754" sldId="258"/>
            <ac:spMk id="19" creationId="{4730F208-3138-E1AA-ACD2-BE997985B2A9}"/>
          </ac:spMkLst>
        </pc:spChg>
        <pc:spChg chg="add">
          <ac:chgData name="musukie52@gmail.com" userId="017bd91f96aa8751" providerId="LiveId" clId="{5B2C3894-F97E-4CAB-8812-5BB4D83AAC6A}" dt="2026-06-19T02:24:46.454" v="33" actId="22"/>
          <ac:spMkLst>
            <pc:docMk/>
            <pc:sldMk cId="2237421754" sldId="258"/>
            <ac:spMk id="25" creationId="{7CCD355F-4955-F006-D120-752ACCAA58DE}"/>
          </ac:spMkLst>
        </pc:spChg>
        <pc:spChg chg="del">
          <ac:chgData name="musukie52@gmail.com" userId="017bd91f96aa8751" providerId="LiveId" clId="{5B2C3894-F97E-4CAB-8812-5BB4D83AAC6A}" dt="2026-06-19T02:24:48.895" v="34" actId="478"/>
          <ac:spMkLst>
            <pc:docMk/>
            <pc:sldMk cId="2237421754" sldId="258"/>
            <ac:spMk id="27" creationId="{4BE208D5-F6E2-2338-2AA4-BA723431FAB4}"/>
          </ac:spMkLst>
        </pc:spChg>
        <pc:spChg chg="add del">
          <ac:chgData name="musukie52@gmail.com" userId="017bd91f96aa8751" providerId="LiveId" clId="{5B2C3894-F97E-4CAB-8812-5BB4D83AAC6A}" dt="2026-06-19T02:24:48.895" v="34" actId="478"/>
          <ac:spMkLst>
            <pc:docMk/>
            <pc:sldMk cId="2237421754" sldId="258"/>
            <ac:spMk id="29" creationId="{C49105C2-50AC-8D42-C231-CFB8567D2E8B}"/>
          </ac:spMkLst>
        </pc:spChg>
        <pc:spChg chg="del">
          <ac:chgData name="musukie52@gmail.com" userId="017bd91f96aa8751" providerId="LiveId" clId="{5B2C3894-F97E-4CAB-8812-5BB4D83AAC6A}" dt="2026-06-19T02:24:48.895" v="34" actId="478"/>
          <ac:spMkLst>
            <pc:docMk/>
            <pc:sldMk cId="2237421754" sldId="258"/>
            <ac:spMk id="33" creationId="{682F1A98-CF3B-F489-3C49-BB709EE9BE92}"/>
          </ac:spMkLst>
        </pc:spChg>
        <pc:spChg chg="add">
          <ac:chgData name="musukie52@gmail.com" userId="017bd91f96aa8751" providerId="LiveId" clId="{5B2C3894-F97E-4CAB-8812-5BB4D83AAC6A}" dt="2026-06-19T02:24:46.454" v="33" actId="22"/>
          <ac:spMkLst>
            <pc:docMk/>
            <pc:sldMk cId="2237421754" sldId="258"/>
            <ac:spMk id="35" creationId="{DDF03801-5970-C552-141C-ADB544A87145}"/>
          </ac:spMkLst>
        </pc:spChg>
        <pc:spChg chg="del">
          <ac:chgData name="musukie52@gmail.com" userId="017bd91f96aa8751" providerId="LiveId" clId="{5B2C3894-F97E-4CAB-8812-5BB4D83AAC6A}" dt="2026-06-19T02:24:48.895" v="34" actId="478"/>
          <ac:spMkLst>
            <pc:docMk/>
            <pc:sldMk cId="2237421754" sldId="258"/>
            <ac:spMk id="37" creationId="{2A3B690B-5696-E1CA-9213-0FABB1517BF2}"/>
          </ac:spMkLst>
        </pc:spChg>
        <pc:spChg chg="del">
          <ac:chgData name="musukie52@gmail.com" userId="017bd91f96aa8751" providerId="LiveId" clId="{5B2C3894-F97E-4CAB-8812-5BB4D83AAC6A}" dt="2026-06-19T02:24:50.610" v="35" actId="478"/>
          <ac:spMkLst>
            <pc:docMk/>
            <pc:sldMk cId="2237421754" sldId="258"/>
            <ac:spMk id="45" creationId="{4F1DA371-0641-E18F-7319-93EC92EAE58E}"/>
          </ac:spMkLst>
        </pc:spChg>
        <pc:spChg chg="add">
          <ac:chgData name="musukie52@gmail.com" userId="017bd91f96aa8751" providerId="LiveId" clId="{5B2C3894-F97E-4CAB-8812-5BB4D83AAC6A}" dt="2026-06-19T02:24:46.454" v="33" actId="22"/>
          <ac:spMkLst>
            <pc:docMk/>
            <pc:sldMk cId="2237421754" sldId="258"/>
            <ac:spMk id="65" creationId="{BCD72A57-9F2C-2B24-367F-7E5F9414963C}"/>
          </ac:spMkLst>
        </pc:spChg>
        <pc:spChg chg="add">
          <ac:chgData name="musukie52@gmail.com" userId="017bd91f96aa8751" providerId="LiveId" clId="{5B2C3894-F97E-4CAB-8812-5BB4D83AAC6A}" dt="2026-06-19T02:24:46.454" v="33" actId="22"/>
          <ac:spMkLst>
            <pc:docMk/>
            <pc:sldMk cId="2237421754" sldId="258"/>
            <ac:spMk id="67" creationId="{0D8D5D39-620B-48E8-40F5-AD282C40C207}"/>
          </ac:spMkLst>
        </pc:spChg>
        <pc:spChg chg="add">
          <ac:chgData name="musukie52@gmail.com" userId="017bd91f96aa8751" providerId="LiveId" clId="{5B2C3894-F97E-4CAB-8812-5BB4D83AAC6A}" dt="2026-06-19T02:24:46.454" v="33" actId="22"/>
          <ac:spMkLst>
            <pc:docMk/>
            <pc:sldMk cId="2237421754" sldId="258"/>
            <ac:spMk id="71" creationId="{AE7EA536-724E-96FD-EA19-48E5A4BE53B5}"/>
          </ac:spMkLst>
        </pc:spChg>
        <pc:spChg chg="add">
          <ac:chgData name="musukie52@gmail.com" userId="017bd91f96aa8751" providerId="LiveId" clId="{5B2C3894-F97E-4CAB-8812-5BB4D83AAC6A}" dt="2026-06-19T02:24:46.454" v="33" actId="22"/>
          <ac:spMkLst>
            <pc:docMk/>
            <pc:sldMk cId="2237421754" sldId="258"/>
            <ac:spMk id="85" creationId="{804CCB4C-183D-5B05-C991-BFECB86C2FF5}"/>
          </ac:spMkLst>
        </pc:spChg>
        <pc:spChg chg="mod">
          <ac:chgData name="musukie52@gmail.com" userId="017bd91f96aa8751" providerId="LiveId" clId="{5B2C3894-F97E-4CAB-8812-5BB4D83AAC6A}" dt="2026-06-19T02:27:36.340" v="66" actId="6549"/>
          <ac:spMkLst>
            <pc:docMk/>
            <pc:sldMk cId="2237421754" sldId="258"/>
            <ac:spMk id="101" creationId="{21B58310-9843-5F63-1374-9504834B560E}"/>
          </ac:spMkLst>
        </pc:spChg>
      </pc:sldChg>
      <pc:sldChg chg="addSp delSp modSp add mod setBg">
        <pc:chgData name="musukie52@gmail.com" userId="017bd91f96aa8751" providerId="LiveId" clId="{5B2C3894-F97E-4CAB-8812-5BB4D83AAC6A}" dt="2026-06-19T02:27:39.519" v="67" actId="6549"/>
        <pc:sldMkLst>
          <pc:docMk/>
          <pc:sldMk cId="960784673" sldId="259"/>
        </pc:sldMkLst>
        <pc:spChg chg="del">
          <ac:chgData name="musukie52@gmail.com" userId="017bd91f96aa8751" providerId="LiveId" clId="{5B2C3894-F97E-4CAB-8812-5BB4D83AAC6A}" dt="2026-06-19T02:25:08.751" v="39" actId="478"/>
          <ac:spMkLst>
            <pc:docMk/>
            <pc:sldMk cId="960784673" sldId="259"/>
            <ac:spMk id="5" creationId="{487D7EC7-334D-2D4E-EF95-F041E317D8B8}"/>
          </ac:spMkLst>
        </pc:spChg>
        <pc:spChg chg="del">
          <ac:chgData name="musukie52@gmail.com" userId="017bd91f96aa8751" providerId="LiveId" clId="{5B2C3894-F97E-4CAB-8812-5BB4D83AAC6A}" dt="2026-06-19T02:25:08.751" v="39" actId="478"/>
          <ac:spMkLst>
            <pc:docMk/>
            <pc:sldMk cId="960784673" sldId="259"/>
            <ac:spMk id="9" creationId="{97096D9D-4AD9-7640-7CFE-EFB52CCE4E06}"/>
          </ac:spMkLst>
        </pc:spChg>
        <pc:spChg chg="add del">
          <ac:chgData name="musukie52@gmail.com" userId="017bd91f96aa8751" providerId="LiveId" clId="{5B2C3894-F97E-4CAB-8812-5BB4D83AAC6A}" dt="2026-06-19T02:25:08.751" v="39" actId="478"/>
          <ac:spMkLst>
            <pc:docMk/>
            <pc:sldMk cId="960784673" sldId="259"/>
            <ac:spMk id="11" creationId="{DBC4AE0C-88A7-051D-88B0-336E97EF2CAE}"/>
          </ac:spMkLst>
        </pc:spChg>
        <pc:spChg chg="add">
          <ac:chgData name="musukie52@gmail.com" userId="017bd91f96aa8751" providerId="LiveId" clId="{5B2C3894-F97E-4CAB-8812-5BB4D83AAC6A}" dt="2026-06-19T02:25:06.086" v="38" actId="22"/>
          <ac:spMkLst>
            <pc:docMk/>
            <pc:sldMk cId="960784673" sldId="259"/>
            <ac:spMk id="13" creationId="{14BB792E-30C6-9065-077A-9CAC5B859AF7}"/>
          </ac:spMkLst>
        </pc:spChg>
        <pc:spChg chg="del">
          <ac:chgData name="musukie52@gmail.com" userId="017bd91f96aa8751" providerId="LiveId" clId="{5B2C3894-F97E-4CAB-8812-5BB4D83AAC6A}" dt="2026-06-19T02:25:08.751" v="39" actId="478"/>
          <ac:spMkLst>
            <pc:docMk/>
            <pc:sldMk cId="960784673" sldId="259"/>
            <ac:spMk id="15" creationId="{D38A8588-5158-D215-4D7D-4450AB8209C4}"/>
          </ac:spMkLst>
        </pc:spChg>
        <pc:spChg chg="del">
          <ac:chgData name="musukie52@gmail.com" userId="017bd91f96aa8751" providerId="LiveId" clId="{5B2C3894-F97E-4CAB-8812-5BB4D83AAC6A}" dt="2026-06-19T02:25:08.751" v="39" actId="478"/>
          <ac:spMkLst>
            <pc:docMk/>
            <pc:sldMk cId="960784673" sldId="259"/>
            <ac:spMk id="17" creationId="{5A6C5D6F-70E1-970D-3986-57CBFF69DD21}"/>
          </ac:spMkLst>
        </pc:spChg>
        <pc:spChg chg="del">
          <ac:chgData name="musukie52@gmail.com" userId="017bd91f96aa8751" providerId="LiveId" clId="{5B2C3894-F97E-4CAB-8812-5BB4D83AAC6A}" dt="2026-06-19T02:25:08.751" v="39" actId="478"/>
          <ac:spMkLst>
            <pc:docMk/>
            <pc:sldMk cId="960784673" sldId="259"/>
            <ac:spMk id="19" creationId="{AD5922DE-6433-D926-212C-C349B76F7A4D}"/>
          </ac:spMkLst>
        </pc:spChg>
        <pc:spChg chg="del">
          <ac:chgData name="musukie52@gmail.com" userId="017bd91f96aa8751" providerId="LiveId" clId="{5B2C3894-F97E-4CAB-8812-5BB4D83AAC6A}" dt="2026-06-19T02:25:08.751" v="39" actId="478"/>
          <ac:spMkLst>
            <pc:docMk/>
            <pc:sldMk cId="960784673" sldId="259"/>
            <ac:spMk id="23" creationId="{60A24036-CC00-7601-7C77-A028E8722AB4}"/>
          </ac:spMkLst>
        </pc:spChg>
        <pc:spChg chg="del">
          <ac:chgData name="musukie52@gmail.com" userId="017bd91f96aa8751" providerId="LiveId" clId="{5B2C3894-F97E-4CAB-8812-5BB4D83AAC6A}" dt="2026-06-19T02:25:08.751" v="39" actId="478"/>
          <ac:spMkLst>
            <pc:docMk/>
            <pc:sldMk cId="960784673" sldId="259"/>
            <ac:spMk id="25" creationId="{FAF28C32-F14F-C871-327E-1D3DF08A5E47}"/>
          </ac:spMkLst>
        </pc:spChg>
        <pc:spChg chg="del">
          <ac:chgData name="musukie52@gmail.com" userId="017bd91f96aa8751" providerId="LiveId" clId="{5B2C3894-F97E-4CAB-8812-5BB4D83AAC6A}" dt="2026-06-19T02:25:08.751" v="39" actId="478"/>
          <ac:spMkLst>
            <pc:docMk/>
            <pc:sldMk cId="960784673" sldId="259"/>
            <ac:spMk id="27" creationId="{D8FEA237-62BD-376B-ED92-4AC10005F348}"/>
          </ac:spMkLst>
        </pc:spChg>
        <pc:spChg chg="del">
          <ac:chgData name="musukie52@gmail.com" userId="017bd91f96aa8751" providerId="LiveId" clId="{5B2C3894-F97E-4CAB-8812-5BB4D83AAC6A}" dt="2026-06-19T02:25:08.751" v="39" actId="478"/>
          <ac:spMkLst>
            <pc:docMk/>
            <pc:sldMk cId="960784673" sldId="259"/>
            <ac:spMk id="35" creationId="{BDCADD69-8418-291C-BDD1-524CC22E82E5}"/>
          </ac:spMkLst>
        </pc:spChg>
        <pc:spChg chg="del">
          <ac:chgData name="musukie52@gmail.com" userId="017bd91f96aa8751" providerId="LiveId" clId="{5B2C3894-F97E-4CAB-8812-5BB4D83AAC6A}" dt="2026-06-19T02:25:09.818" v="40" actId="478"/>
          <ac:spMkLst>
            <pc:docMk/>
            <pc:sldMk cId="960784673" sldId="259"/>
            <ac:spMk id="45" creationId="{3409E2E6-4187-D344-F48C-BECA34CFE5E6}"/>
          </ac:spMkLst>
        </pc:spChg>
        <pc:spChg chg="add mod">
          <ac:chgData name="musukie52@gmail.com" userId="017bd91f96aa8751" providerId="LiveId" clId="{5B2C3894-F97E-4CAB-8812-5BB4D83AAC6A}" dt="2026-06-19T02:27:09.239" v="62" actId="255"/>
          <ac:spMkLst>
            <pc:docMk/>
            <pc:sldMk cId="960784673" sldId="259"/>
            <ac:spMk id="55" creationId="{996A4C53-D862-E62A-D8E0-48320BAF68C2}"/>
          </ac:spMkLst>
        </pc:spChg>
        <pc:spChg chg="mod">
          <ac:chgData name="musukie52@gmail.com" userId="017bd91f96aa8751" providerId="LiveId" clId="{5B2C3894-F97E-4CAB-8812-5BB4D83AAC6A}" dt="2026-06-19T02:27:09.239" v="62" actId="255"/>
          <ac:spMkLst>
            <pc:docMk/>
            <pc:sldMk cId="960784673" sldId="259"/>
            <ac:spMk id="57" creationId="{5A361F44-1C8B-4060-D9D1-B0870931701C}"/>
          </ac:spMkLst>
        </pc:spChg>
        <pc:spChg chg="mod">
          <ac:chgData name="musukie52@gmail.com" userId="017bd91f96aa8751" providerId="LiveId" clId="{5B2C3894-F97E-4CAB-8812-5BB4D83AAC6A}" dt="2026-06-19T02:27:09.239" v="62" actId="255"/>
          <ac:spMkLst>
            <pc:docMk/>
            <pc:sldMk cId="960784673" sldId="259"/>
            <ac:spMk id="61" creationId="{1C25937C-C0F6-F725-DF5E-C68323D4EAF7}"/>
          </ac:spMkLst>
        </pc:spChg>
        <pc:spChg chg="mod">
          <ac:chgData name="musukie52@gmail.com" userId="017bd91f96aa8751" providerId="LiveId" clId="{5B2C3894-F97E-4CAB-8812-5BB4D83AAC6A}" dt="2026-06-19T02:27:09.239" v="62" actId="255"/>
          <ac:spMkLst>
            <pc:docMk/>
            <pc:sldMk cId="960784673" sldId="259"/>
            <ac:spMk id="63" creationId="{41765DA1-6B07-B911-C2FF-A7CA071C0F83}"/>
          </ac:spMkLst>
        </pc:spChg>
        <pc:spChg chg="add mod">
          <ac:chgData name="musukie52@gmail.com" userId="017bd91f96aa8751" providerId="LiveId" clId="{5B2C3894-F97E-4CAB-8812-5BB4D83AAC6A}" dt="2026-06-19T02:27:09.239" v="62" actId="255"/>
          <ac:spMkLst>
            <pc:docMk/>
            <pc:sldMk cId="960784673" sldId="259"/>
            <ac:spMk id="67" creationId="{908586A0-D7D5-AF3D-26F1-7556C9CACA50}"/>
          </ac:spMkLst>
        </pc:spChg>
        <pc:spChg chg="add mod">
          <ac:chgData name="musukie52@gmail.com" userId="017bd91f96aa8751" providerId="LiveId" clId="{5B2C3894-F97E-4CAB-8812-5BB4D83AAC6A}" dt="2026-06-19T02:27:09.239" v="62" actId="255"/>
          <ac:spMkLst>
            <pc:docMk/>
            <pc:sldMk cId="960784673" sldId="259"/>
            <ac:spMk id="69" creationId="{3219A9CE-9DEA-5A94-84E8-28409FB0B4E7}"/>
          </ac:spMkLst>
        </pc:spChg>
        <pc:spChg chg="add">
          <ac:chgData name="musukie52@gmail.com" userId="017bd91f96aa8751" providerId="LiveId" clId="{5B2C3894-F97E-4CAB-8812-5BB4D83AAC6A}" dt="2026-06-19T02:25:06.086" v="38" actId="22"/>
          <ac:spMkLst>
            <pc:docMk/>
            <pc:sldMk cId="960784673" sldId="259"/>
            <ac:spMk id="71" creationId="{CA72232A-C8F4-6521-EF9B-43EC124A950D}"/>
          </ac:spMkLst>
        </pc:spChg>
        <pc:spChg chg="add">
          <ac:chgData name="musukie52@gmail.com" userId="017bd91f96aa8751" providerId="LiveId" clId="{5B2C3894-F97E-4CAB-8812-5BB4D83AAC6A}" dt="2026-06-19T02:25:06.086" v="38" actId="22"/>
          <ac:spMkLst>
            <pc:docMk/>
            <pc:sldMk cId="960784673" sldId="259"/>
            <ac:spMk id="73" creationId="{BF206CC4-7C20-1EF3-84D4-FDE20C4F8D4B}"/>
          </ac:spMkLst>
        </pc:spChg>
        <pc:spChg chg="mod">
          <ac:chgData name="musukie52@gmail.com" userId="017bd91f96aa8751" providerId="LiveId" clId="{5B2C3894-F97E-4CAB-8812-5BB4D83AAC6A}" dt="2026-06-19T02:27:09.239" v="62" actId="255"/>
          <ac:spMkLst>
            <pc:docMk/>
            <pc:sldMk cId="960784673" sldId="259"/>
            <ac:spMk id="81" creationId="{2B41BA7B-597C-2A2D-A73A-78131A408645}"/>
          </ac:spMkLst>
        </pc:spChg>
        <pc:spChg chg="mod">
          <ac:chgData name="musukie52@gmail.com" userId="017bd91f96aa8751" providerId="LiveId" clId="{5B2C3894-F97E-4CAB-8812-5BB4D83AAC6A}" dt="2026-06-19T02:27:09.239" v="62" actId="255"/>
          <ac:spMkLst>
            <pc:docMk/>
            <pc:sldMk cId="960784673" sldId="259"/>
            <ac:spMk id="85" creationId="{E3D07710-5FA1-B8E9-6B66-30C762B4E224}"/>
          </ac:spMkLst>
        </pc:spChg>
        <pc:spChg chg="add">
          <ac:chgData name="musukie52@gmail.com" userId="017bd91f96aa8751" providerId="LiveId" clId="{5B2C3894-F97E-4CAB-8812-5BB4D83AAC6A}" dt="2026-06-19T02:25:06.086" v="38" actId="22"/>
          <ac:spMkLst>
            <pc:docMk/>
            <pc:sldMk cId="960784673" sldId="259"/>
            <ac:spMk id="93" creationId="{88258CCB-1502-F624-1A91-8E4BB3759E9B}"/>
          </ac:spMkLst>
        </pc:spChg>
        <pc:spChg chg="mod">
          <ac:chgData name="musukie52@gmail.com" userId="017bd91f96aa8751" providerId="LiveId" clId="{5B2C3894-F97E-4CAB-8812-5BB4D83AAC6A}" dt="2026-06-19T02:27:09.239" v="62" actId="255"/>
          <ac:spMkLst>
            <pc:docMk/>
            <pc:sldMk cId="960784673" sldId="259"/>
            <ac:spMk id="99" creationId="{38961A62-59D1-E8BA-B5E6-161C8E721C6B}"/>
          </ac:spMkLst>
        </pc:spChg>
        <pc:spChg chg="mod">
          <ac:chgData name="musukie52@gmail.com" userId="017bd91f96aa8751" providerId="LiveId" clId="{5B2C3894-F97E-4CAB-8812-5BB4D83AAC6A}" dt="2026-06-19T02:27:09.239" v="62" actId="255"/>
          <ac:spMkLst>
            <pc:docMk/>
            <pc:sldMk cId="960784673" sldId="259"/>
            <ac:spMk id="101" creationId="{3F82C48C-2011-3F95-1500-49834F3CF9D1}"/>
          </ac:spMkLst>
        </pc:spChg>
        <pc:spChg chg="add">
          <ac:chgData name="musukie52@gmail.com" userId="017bd91f96aa8751" providerId="LiveId" clId="{5B2C3894-F97E-4CAB-8812-5BB4D83AAC6A}" dt="2026-06-19T02:25:06.086" v="38" actId="22"/>
          <ac:spMkLst>
            <pc:docMk/>
            <pc:sldMk cId="960784673" sldId="259"/>
            <ac:spMk id="103" creationId="{8889D34C-0627-FA44-F4E3-EE0813064404}"/>
          </ac:spMkLst>
        </pc:spChg>
        <pc:spChg chg="add">
          <ac:chgData name="musukie52@gmail.com" userId="017bd91f96aa8751" providerId="LiveId" clId="{5B2C3894-F97E-4CAB-8812-5BB4D83AAC6A}" dt="2026-06-19T02:25:06.086" v="38" actId="22"/>
          <ac:spMkLst>
            <pc:docMk/>
            <pc:sldMk cId="960784673" sldId="259"/>
            <ac:spMk id="107" creationId="{C3060AE9-6659-3301-217E-81CBEC77F7FD}"/>
          </ac:spMkLst>
        </pc:spChg>
        <pc:spChg chg="mod">
          <ac:chgData name="musukie52@gmail.com" userId="017bd91f96aa8751" providerId="LiveId" clId="{5B2C3894-F97E-4CAB-8812-5BB4D83AAC6A}" dt="2026-06-19T02:27:39.519" v="67" actId="6549"/>
          <ac:spMkLst>
            <pc:docMk/>
            <pc:sldMk cId="960784673" sldId="259"/>
            <ac:spMk id="115" creationId="{FCC89D04-69FA-263F-B44C-7F00FBF7D68E}"/>
          </ac:spMkLst>
        </pc:spChg>
      </pc:sldChg>
      <pc:sldChg chg="new del">
        <pc:chgData name="musukie52@gmail.com" userId="017bd91f96aa8751" providerId="LiveId" clId="{5B2C3894-F97E-4CAB-8812-5BB4D83AAC6A}" dt="2026-06-19T02:24:09.854" v="20" actId="47"/>
        <pc:sldMkLst>
          <pc:docMk/>
          <pc:sldMk cId="3737383236" sldId="259"/>
        </pc:sldMkLst>
      </pc:sldChg>
      <pc:sldChg chg="new del">
        <pc:chgData name="musukie52@gmail.com" userId="017bd91f96aa8751" providerId="LiveId" clId="{5B2C3894-F97E-4CAB-8812-5BB4D83AAC6A}" dt="2026-06-19T02:24:09.854" v="20" actId="47"/>
        <pc:sldMkLst>
          <pc:docMk/>
          <pc:sldMk cId="181586520" sldId="260"/>
        </pc:sldMkLst>
      </pc:sldChg>
      <pc:sldChg chg="addSp delSp modSp add mod setBg">
        <pc:chgData name="musukie52@gmail.com" userId="017bd91f96aa8751" providerId="LiveId" clId="{5B2C3894-F97E-4CAB-8812-5BB4D83AAC6A}" dt="2026-06-19T02:27:43.999" v="68" actId="6549"/>
        <pc:sldMkLst>
          <pc:docMk/>
          <pc:sldMk cId="2788905042" sldId="260"/>
        </pc:sldMkLst>
        <pc:spChg chg="del">
          <ac:chgData name="musukie52@gmail.com" userId="017bd91f96aa8751" providerId="LiveId" clId="{5B2C3894-F97E-4CAB-8812-5BB4D83AAC6A}" dt="2026-06-19T02:25:18.615" v="42" actId="478"/>
          <ac:spMkLst>
            <pc:docMk/>
            <pc:sldMk cId="2788905042" sldId="260"/>
            <ac:spMk id="5" creationId="{10D2FB2A-1F45-1BBE-A25C-EA12293E4AB3}"/>
          </ac:spMkLst>
        </pc:spChg>
        <pc:spChg chg="del">
          <ac:chgData name="musukie52@gmail.com" userId="017bd91f96aa8751" providerId="LiveId" clId="{5B2C3894-F97E-4CAB-8812-5BB4D83AAC6A}" dt="2026-06-19T02:25:18.615" v="42" actId="478"/>
          <ac:spMkLst>
            <pc:docMk/>
            <pc:sldMk cId="2788905042" sldId="260"/>
            <ac:spMk id="7" creationId="{54089CAF-DDB6-203E-EB03-70C2734AA191}"/>
          </ac:spMkLst>
        </pc:spChg>
        <pc:spChg chg="add del">
          <ac:chgData name="musukie52@gmail.com" userId="017bd91f96aa8751" providerId="LiveId" clId="{5B2C3894-F97E-4CAB-8812-5BB4D83AAC6A}" dt="2026-06-19T02:25:18.615" v="42" actId="478"/>
          <ac:spMkLst>
            <pc:docMk/>
            <pc:sldMk cId="2788905042" sldId="260"/>
            <ac:spMk id="11" creationId="{64B61D2E-5D2E-C01D-9C08-C7EC75346094}"/>
          </ac:spMkLst>
        </pc:spChg>
        <pc:spChg chg="add">
          <ac:chgData name="musukie52@gmail.com" userId="017bd91f96aa8751" providerId="LiveId" clId="{5B2C3894-F97E-4CAB-8812-5BB4D83AAC6A}" dt="2026-06-19T02:25:16.470" v="41" actId="22"/>
          <ac:spMkLst>
            <pc:docMk/>
            <pc:sldMk cId="2788905042" sldId="260"/>
            <ac:spMk id="13" creationId="{B55C9BF8-F308-F475-3160-33CD6EE23A75}"/>
          </ac:spMkLst>
        </pc:spChg>
        <pc:spChg chg="add del">
          <ac:chgData name="musukie52@gmail.com" userId="017bd91f96aa8751" providerId="LiveId" clId="{5B2C3894-F97E-4CAB-8812-5BB4D83AAC6A}" dt="2026-06-19T02:25:18.615" v="42" actId="478"/>
          <ac:spMkLst>
            <pc:docMk/>
            <pc:sldMk cId="2788905042" sldId="260"/>
            <ac:spMk id="15" creationId="{9FE87DD3-4D02-A839-70F6-453B0976AF7D}"/>
          </ac:spMkLst>
        </pc:spChg>
        <pc:spChg chg="del">
          <ac:chgData name="musukie52@gmail.com" userId="017bd91f96aa8751" providerId="LiveId" clId="{5B2C3894-F97E-4CAB-8812-5BB4D83AAC6A}" dt="2026-06-19T02:25:18.615" v="42" actId="478"/>
          <ac:spMkLst>
            <pc:docMk/>
            <pc:sldMk cId="2788905042" sldId="260"/>
            <ac:spMk id="17" creationId="{57B4348E-4D50-EA4C-EDD2-7B25F4D4CB1A}"/>
          </ac:spMkLst>
        </pc:spChg>
        <pc:spChg chg="del">
          <ac:chgData name="musukie52@gmail.com" userId="017bd91f96aa8751" providerId="LiveId" clId="{5B2C3894-F97E-4CAB-8812-5BB4D83AAC6A}" dt="2026-06-19T02:25:18.615" v="42" actId="478"/>
          <ac:spMkLst>
            <pc:docMk/>
            <pc:sldMk cId="2788905042" sldId="260"/>
            <ac:spMk id="19" creationId="{D113E95B-617D-B440-6611-F8A744581987}"/>
          </ac:spMkLst>
        </pc:spChg>
        <pc:spChg chg="del">
          <ac:chgData name="musukie52@gmail.com" userId="017bd91f96aa8751" providerId="LiveId" clId="{5B2C3894-F97E-4CAB-8812-5BB4D83AAC6A}" dt="2026-06-19T02:25:18.615" v="42" actId="478"/>
          <ac:spMkLst>
            <pc:docMk/>
            <pc:sldMk cId="2788905042" sldId="260"/>
            <ac:spMk id="27" creationId="{F39DB705-E89C-F777-E99B-1AEF94AC47B6}"/>
          </ac:spMkLst>
        </pc:spChg>
        <pc:spChg chg="del">
          <ac:chgData name="musukie52@gmail.com" userId="017bd91f96aa8751" providerId="LiveId" clId="{5B2C3894-F97E-4CAB-8812-5BB4D83AAC6A}" dt="2026-06-19T02:25:18.615" v="42" actId="478"/>
          <ac:spMkLst>
            <pc:docMk/>
            <pc:sldMk cId="2788905042" sldId="260"/>
            <ac:spMk id="29" creationId="{4B17F48B-C2F9-CEA3-0A7E-D594955DF20D}"/>
          </ac:spMkLst>
        </pc:spChg>
        <pc:spChg chg="del">
          <ac:chgData name="musukie52@gmail.com" userId="017bd91f96aa8751" providerId="LiveId" clId="{5B2C3894-F97E-4CAB-8812-5BB4D83AAC6A}" dt="2026-06-19T02:25:18.615" v="42" actId="478"/>
          <ac:spMkLst>
            <pc:docMk/>
            <pc:sldMk cId="2788905042" sldId="260"/>
            <ac:spMk id="35" creationId="{F70B795A-D5C6-064D-920A-15B89C6EE6AF}"/>
          </ac:spMkLst>
        </pc:spChg>
        <pc:spChg chg="del">
          <ac:chgData name="musukie52@gmail.com" userId="017bd91f96aa8751" providerId="LiveId" clId="{5B2C3894-F97E-4CAB-8812-5BB4D83AAC6A}" dt="2026-06-19T02:25:18.615" v="42" actId="478"/>
          <ac:spMkLst>
            <pc:docMk/>
            <pc:sldMk cId="2788905042" sldId="260"/>
            <ac:spMk id="37" creationId="{902C83E3-7BA7-E1B5-8468-E7B14E032FB9}"/>
          </ac:spMkLst>
        </pc:spChg>
        <pc:spChg chg="add">
          <ac:chgData name="musukie52@gmail.com" userId="017bd91f96aa8751" providerId="LiveId" clId="{5B2C3894-F97E-4CAB-8812-5BB4D83AAC6A}" dt="2026-06-19T02:25:16.470" v="41" actId="22"/>
          <ac:spMkLst>
            <pc:docMk/>
            <pc:sldMk cId="2788905042" sldId="260"/>
            <ac:spMk id="41" creationId="{AB6E67EB-6D2C-17DD-D08A-9556BC758A98}"/>
          </ac:spMkLst>
        </pc:spChg>
        <pc:spChg chg="del">
          <ac:chgData name="musukie52@gmail.com" userId="017bd91f96aa8751" providerId="LiveId" clId="{5B2C3894-F97E-4CAB-8812-5BB4D83AAC6A}" dt="2026-06-19T02:25:20.798" v="43" actId="478"/>
          <ac:spMkLst>
            <pc:docMk/>
            <pc:sldMk cId="2788905042" sldId="260"/>
            <ac:spMk id="45" creationId="{4B442985-7940-9CB2-4748-4D50155450D6}"/>
          </ac:spMkLst>
        </pc:spChg>
        <pc:spChg chg="add">
          <ac:chgData name="musukie52@gmail.com" userId="017bd91f96aa8751" providerId="LiveId" clId="{5B2C3894-F97E-4CAB-8812-5BB4D83AAC6A}" dt="2026-06-19T02:25:16.470" v="41" actId="22"/>
          <ac:spMkLst>
            <pc:docMk/>
            <pc:sldMk cId="2788905042" sldId="260"/>
            <ac:spMk id="53" creationId="{FFC9CF59-4C18-A16F-6C7E-BB55C68D1E8F}"/>
          </ac:spMkLst>
        </pc:spChg>
        <pc:spChg chg="add">
          <ac:chgData name="musukie52@gmail.com" userId="017bd91f96aa8751" providerId="LiveId" clId="{5B2C3894-F97E-4CAB-8812-5BB4D83AAC6A}" dt="2026-06-19T02:25:16.470" v="41" actId="22"/>
          <ac:spMkLst>
            <pc:docMk/>
            <pc:sldMk cId="2788905042" sldId="260"/>
            <ac:spMk id="67" creationId="{3DC609CD-BEF8-B936-0D29-4A553DBCFF0A}"/>
          </ac:spMkLst>
        </pc:spChg>
        <pc:spChg chg="add">
          <ac:chgData name="musukie52@gmail.com" userId="017bd91f96aa8751" providerId="LiveId" clId="{5B2C3894-F97E-4CAB-8812-5BB4D83AAC6A}" dt="2026-06-19T02:25:16.470" v="41" actId="22"/>
          <ac:spMkLst>
            <pc:docMk/>
            <pc:sldMk cId="2788905042" sldId="260"/>
            <ac:spMk id="73" creationId="{6B063264-9AA1-0A30-5B7F-AE65BFA19BE5}"/>
          </ac:spMkLst>
        </pc:spChg>
        <pc:spChg chg="add">
          <ac:chgData name="musukie52@gmail.com" userId="017bd91f96aa8751" providerId="LiveId" clId="{5B2C3894-F97E-4CAB-8812-5BB4D83AAC6A}" dt="2026-06-19T02:25:16.470" v="41" actId="22"/>
          <ac:spMkLst>
            <pc:docMk/>
            <pc:sldMk cId="2788905042" sldId="260"/>
            <ac:spMk id="81" creationId="{438D2DEE-B289-E2E5-79D0-38209BF46F44}"/>
          </ac:spMkLst>
        </pc:spChg>
        <pc:spChg chg="add">
          <ac:chgData name="musukie52@gmail.com" userId="017bd91f96aa8751" providerId="LiveId" clId="{5B2C3894-F97E-4CAB-8812-5BB4D83AAC6A}" dt="2026-06-19T02:25:16.470" v="41" actId="22"/>
          <ac:spMkLst>
            <pc:docMk/>
            <pc:sldMk cId="2788905042" sldId="260"/>
            <ac:spMk id="89" creationId="{E3573C0A-E40E-D5AE-3F7F-3A833E042CC0}"/>
          </ac:spMkLst>
        </pc:spChg>
        <pc:spChg chg="add">
          <ac:chgData name="musukie52@gmail.com" userId="017bd91f96aa8751" providerId="LiveId" clId="{5B2C3894-F97E-4CAB-8812-5BB4D83AAC6A}" dt="2026-06-19T02:25:16.470" v="41" actId="22"/>
          <ac:spMkLst>
            <pc:docMk/>
            <pc:sldMk cId="2788905042" sldId="260"/>
            <ac:spMk id="97" creationId="{F561D3BE-3EBD-A6B8-E520-F667AEDD08B3}"/>
          </ac:spMkLst>
        </pc:spChg>
        <pc:spChg chg="mod">
          <ac:chgData name="musukie52@gmail.com" userId="017bd91f96aa8751" providerId="LiveId" clId="{5B2C3894-F97E-4CAB-8812-5BB4D83AAC6A}" dt="2026-06-19T02:27:43.999" v="68" actId="6549"/>
          <ac:spMkLst>
            <pc:docMk/>
            <pc:sldMk cId="2788905042" sldId="260"/>
            <ac:spMk id="117" creationId="{D2F8304E-1542-BE16-867B-14956D51DE32}"/>
          </ac:spMkLst>
        </pc:spChg>
      </pc:sldChg>
      <pc:sldChg chg="addSp delSp modSp add mod setBg">
        <pc:chgData name="musukie52@gmail.com" userId="017bd91f96aa8751" providerId="LiveId" clId="{5B2C3894-F97E-4CAB-8812-5BB4D83AAC6A}" dt="2026-06-19T02:27:47.087" v="69" actId="6549"/>
        <pc:sldMkLst>
          <pc:docMk/>
          <pc:sldMk cId="1840991199" sldId="261"/>
        </pc:sldMkLst>
        <pc:spChg chg="del">
          <ac:chgData name="musukie52@gmail.com" userId="017bd91f96aa8751" providerId="LiveId" clId="{5B2C3894-F97E-4CAB-8812-5BB4D83AAC6A}" dt="2026-06-19T02:25:29.052" v="45" actId="478"/>
          <ac:spMkLst>
            <pc:docMk/>
            <pc:sldMk cId="1840991199" sldId="261"/>
            <ac:spMk id="5" creationId="{60AA4744-DC2D-93C8-C6C1-3DD21C3A4663}"/>
          </ac:spMkLst>
        </pc:spChg>
        <pc:spChg chg="del">
          <ac:chgData name="musukie52@gmail.com" userId="017bd91f96aa8751" providerId="LiveId" clId="{5B2C3894-F97E-4CAB-8812-5BB4D83AAC6A}" dt="2026-06-19T02:25:29.052" v="45" actId="478"/>
          <ac:spMkLst>
            <pc:docMk/>
            <pc:sldMk cId="1840991199" sldId="261"/>
            <ac:spMk id="13" creationId="{6DD6CB81-0BA3-0B4C-88A0-347780BFFA3D}"/>
          </ac:spMkLst>
        </pc:spChg>
        <pc:spChg chg="del">
          <ac:chgData name="musukie52@gmail.com" userId="017bd91f96aa8751" providerId="LiveId" clId="{5B2C3894-F97E-4CAB-8812-5BB4D83AAC6A}" dt="2026-06-19T02:25:29.052" v="45" actId="478"/>
          <ac:spMkLst>
            <pc:docMk/>
            <pc:sldMk cId="1840991199" sldId="261"/>
            <ac:spMk id="15" creationId="{5282E6F0-6868-228A-7DBC-40C2DA3C5A48}"/>
          </ac:spMkLst>
        </pc:spChg>
        <pc:spChg chg="del">
          <ac:chgData name="musukie52@gmail.com" userId="017bd91f96aa8751" providerId="LiveId" clId="{5B2C3894-F97E-4CAB-8812-5BB4D83AAC6A}" dt="2026-06-19T02:25:29.052" v="45" actId="478"/>
          <ac:spMkLst>
            <pc:docMk/>
            <pc:sldMk cId="1840991199" sldId="261"/>
            <ac:spMk id="17" creationId="{22E16DE8-EA19-F1B4-69F9-74FC65CC8ACC}"/>
          </ac:spMkLst>
        </pc:spChg>
        <pc:spChg chg="del">
          <ac:chgData name="musukie52@gmail.com" userId="017bd91f96aa8751" providerId="LiveId" clId="{5B2C3894-F97E-4CAB-8812-5BB4D83AAC6A}" dt="2026-06-19T02:25:29.052" v="45" actId="478"/>
          <ac:spMkLst>
            <pc:docMk/>
            <pc:sldMk cId="1840991199" sldId="261"/>
            <ac:spMk id="21" creationId="{6F8E8EDF-8A05-0077-EF1E-EBFFD1C95B17}"/>
          </ac:spMkLst>
        </pc:spChg>
        <pc:spChg chg="del">
          <ac:chgData name="musukie52@gmail.com" userId="017bd91f96aa8751" providerId="LiveId" clId="{5B2C3894-F97E-4CAB-8812-5BB4D83AAC6A}" dt="2026-06-19T02:25:29.052" v="45" actId="478"/>
          <ac:spMkLst>
            <pc:docMk/>
            <pc:sldMk cId="1840991199" sldId="261"/>
            <ac:spMk id="27" creationId="{A89244B1-AC5B-DDFA-9B90-F9C39DE8CEF9}"/>
          </ac:spMkLst>
        </pc:spChg>
        <pc:spChg chg="del">
          <ac:chgData name="musukie52@gmail.com" userId="017bd91f96aa8751" providerId="LiveId" clId="{5B2C3894-F97E-4CAB-8812-5BB4D83AAC6A}" dt="2026-06-19T02:25:29.052" v="45" actId="478"/>
          <ac:spMkLst>
            <pc:docMk/>
            <pc:sldMk cId="1840991199" sldId="261"/>
            <ac:spMk id="31" creationId="{A2305829-1750-18CF-79B4-0A108B8EB31E}"/>
          </ac:spMkLst>
        </pc:spChg>
        <pc:spChg chg="del">
          <ac:chgData name="musukie52@gmail.com" userId="017bd91f96aa8751" providerId="LiveId" clId="{5B2C3894-F97E-4CAB-8812-5BB4D83AAC6A}" dt="2026-06-19T02:25:29.052" v="45" actId="478"/>
          <ac:spMkLst>
            <pc:docMk/>
            <pc:sldMk cId="1840991199" sldId="261"/>
            <ac:spMk id="33" creationId="{D6A8A2E7-17AC-ACCB-0AE2-A40D5E7424C6}"/>
          </ac:spMkLst>
        </pc:spChg>
        <pc:spChg chg="add del">
          <ac:chgData name="musukie52@gmail.com" userId="017bd91f96aa8751" providerId="LiveId" clId="{5B2C3894-F97E-4CAB-8812-5BB4D83AAC6A}" dt="2026-06-19T02:25:29.052" v="45" actId="478"/>
          <ac:spMkLst>
            <pc:docMk/>
            <pc:sldMk cId="1840991199" sldId="261"/>
            <ac:spMk id="35" creationId="{46BFBA69-7C4E-555E-DAB1-9E67FFA03DD1}"/>
          </ac:spMkLst>
        </pc:spChg>
        <pc:spChg chg="del">
          <ac:chgData name="musukie52@gmail.com" userId="017bd91f96aa8751" providerId="LiveId" clId="{5B2C3894-F97E-4CAB-8812-5BB4D83AAC6A}" dt="2026-06-19T02:25:29.052" v="45" actId="478"/>
          <ac:spMkLst>
            <pc:docMk/>
            <pc:sldMk cId="1840991199" sldId="261"/>
            <ac:spMk id="37" creationId="{9442C206-607B-41BE-441F-B66889F467C7}"/>
          </ac:spMkLst>
        </pc:spChg>
        <pc:spChg chg="add">
          <ac:chgData name="musukie52@gmail.com" userId="017bd91f96aa8751" providerId="LiveId" clId="{5B2C3894-F97E-4CAB-8812-5BB4D83AAC6A}" dt="2026-06-19T02:25:26.941" v="44" actId="22"/>
          <ac:spMkLst>
            <pc:docMk/>
            <pc:sldMk cId="1840991199" sldId="261"/>
            <ac:spMk id="43" creationId="{60E87969-A694-50B7-47E3-CE8BAFEE59BB}"/>
          </ac:spMkLst>
        </pc:spChg>
        <pc:spChg chg="del">
          <ac:chgData name="musukie52@gmail.com" userId="017bd91f96aa8751" providerId="LiveId" clId="{5B2C3894-F97E-4CAB-8812-5BB4D83AAC6A}" dt="2026-06-19T02:25:30.513" v="46" actId="478"/>
          <ac:spMkLst>
            <pc:docMk/>
            <pc:sldMk cId="1840991199" sldId="261"/>
            <ac:spMk id="45" creationId="{42C4EC77-5E5C-A457-0678-8D17032E1F8B}"/>
          </ac:spMkLst>
        </pc:spChg>
        <pc:spChg chg="add">
          <ac:chgData name="musukie52@gmail.com" userId="017bd91f96aa8751" providerId="LiveId" clId="{5B2C3894-F97E-4CAB-8812-5BB4D83AAC6A}" dt="2026-06-19T02:25:26.941" v="44" actId="22"/>
          <ac:spMkLst>
            <pc:docMk/>
            <pc:sldMk cId="1840991199" sldId="261"/>
            <ac:spMk id="47" creationId="{06261F36-CE65-8E57-B235-3E42B1300D6C}"/>
          </ac:spMkLst>
        </pc:spChg>
        <pc:spChg chg="add">
          <ac:chgData name="musukie52@gmail.com" userId="017bd91f96aa8751" providerId="LiveId" clId="{5B2C3894-F97E-4CAB-8812-5BB4D83AAC6A}" dt="2026-06-19T02:25:26.941" v="44" actId="22"/>
          <ac:spMkLst>
            <pc:docMk/>
            <pc:sldMk cId="1840991199" sldId="261"/>
            <ac:spMk id="49" creationId="{93D8E3E7-FD35-DDA0-EC0A-C642A0EE9C86}"/>
          </ac:spMkLst>
        </pc:spChg>
        <pc:spChg chg="add mod">
          <ac:chgData name="musukie52@gmail.com" userId="017bd91f96aa8751" providerId="LiveId" clId="{5B2C3894-F97E-4CAB-8812-5BB4D83AAC6A}" dt="2026-06-19T02:27:01.409" v="61" actId="255"/>
          <ac:spMkLst>
            <pc:docMk/>
            <pc:sldMk cId="1840991199" sldId="261"/>
            <ac:spMk id="57" creationId="{921CA6C8-C2C2-CB14-3544-3850F7C20F7A}"/>
          </ac:spMkLst>
        </pc:spChg>
        <pc:spChg chg="add">
          <ac:chgData name="musukie52@gmail.com" userId="017bd91f96aa8751" providerId="LiveId" clId="{5B2C3894-F97E-4CAB-8812-5BB4D83AAC6A}" dt="2026-06-19T02:25:26.941" v="44" actId="22"/>
          <ac:spMkLst>
            <pc:docMk/>
            <pc:sldMk cId="1840991199" sldId="261"/>
            <ac:spMk id="63" creationId="{7E0AD01F-2844-4E3C-2F98-7A9DB4341CD8}"/>
          </ac:spMkLst>
        </pc:spChg>
        <pc:spChg chg="mod">
          <ac:chgData name="musukie52@gmail.com" userId="017bd91f96aa8751" providerId="LiveId" clId="{5B2C3894-F97E-4CAB-8812-5BB4D83AAC6A}" dt="2026-06-19T02:27:01.409" v="61" actId="255"/>
          <ac:spMkLst>
            <pc:docMk/>
            <pc:sldMk cId="1840991199" sldId="261"/>
            <ac:spMk id="67" creationId="{9EDEBBDF-FF52-2B2F-D4DE-E724844E683F}"/>
          </ac:spMkLst>
        </pc:spChg>
        <pc:spChg chg="add mod">
          <ac:chgData name="musukie52@gmail.com" userId="017bd91f96aa8751" providerId="LiveId" clId="{5B2C3894-F97E-4CAB-8812-5BB4D83AAC6A}" dt="2026-06-19T02:27:01.409" v="61" actId="255"/>
          <ac:spMkLst>
            <pc:docMk/>
            <pc:sldMk cId="1840991199" sldId="261"/>
            <ac:spMk id="69" creationId="{9FEF471B-EEC3-916E-8B77-9E144023FD2D}"/>
          </ac:spMkLst>
        </pc:spChg>
        <pc:spChg chg="mod">
          <ac:chgData name="musukie52@gmail.com" userId="017bd91f96aa8751" providerId="LiveId" clId="{5B2C3894-F97E-4CAB-8812-5BB4D83AAC6A}" dt="2026-06-19T02:27:01.409" v="61" actId="255"/>
          <ac:spMkLst>
            <pc:docMk/>
            <pc:sldMk cId="1840991199" sldId="261"/>
            <ac:spMk id="73" creationId="{54E94867-B7B8-B5AA-29F0-236B001EE160}"/>
          </ac:spMkLst>
        </pc:spChg>
        <pc:spChg chg="add">
          <ac:chgData name="musukie52@gmail.com" userId="017bd91f96aa8751" providerId="LiveId" clId="{5B2C3894-F97E-4CAB-8812-5BB4D83AAC6A}" dt="2026-06-19T02:25:26.941" v="44" actId="22"/>
          <ac:spMkLst>
            <pc:docMk/>
            <pc:sldMk cId="1840991199" sldId="261"/>
            <ac:spMk id="75" creationId="{32412C44-D6FE-FC0C-9D34-BA24D2821BF9}"/>
          </ac:spMkLst>
        </pc:spChg>
        <pc:spChg chg="mod">
          <ac:chgData name="musukie52@gmail.com" userId="017bd91f96aa8751" providerId="LiveId" clId="{5B2C3894-F97E-4CAB-8812-5BB4D83AAC6A}" dt="2026-06-19T02:27:01.409" v="61" actId="255"/>
          <ac:spMkLst>
            <pc:docMk/>
            <pc:sldMk cId="1840991199" sldId="261"/>
            <ac:spMk id="79" creationId="{4CE7758C-A32B-E24A-4A1F-86AACEDDCB17}"/>
          </ac:spMkLst>
        </pc:spChg>
        <pc:spChg chg="add">
          <ac:chgData name="musukie52@gmail.com" userId="017bd91f96aa8751" providerId="LiveId" clId="{5B2C3894-F97E-4CAB-8812-5BB4D83AAC6A}" dt="2026-06-19T02:25:26.941" v="44" actId="22"/>
          <ac:spMkLst>
            <pc:docMk/>
            <pc:sldMk cId="1840991199" sldId="261"/>
            <ac:spMk id="85" creationId="{99410C64-E364-AB38-0663-F7C2B4701AFF}"/>
          </ac:spMkLst>
        </pc:spChg>
        <pc:spChg chg="mod">
          <ac:chgData name="musukie52@gmail.com" userId="017bd91f96aa8751" providerId="LiveId" clId="{5B2C3894-F97E-4CAB-8812-5BB4D83AAC6A}" dt="2026-06-19T02:27:01.409" v="61" actId="255"/>
          <ac:spMkLst>
            <pc:docMk/>
            <pc:sldMk cId="1840991199" sldId="261"/>
            <ac:spMk id="97" creationId="{531B10FB-FB37-08A6-239A-1766931E17CF}"/>
          </ac:spMkLst>
        </pc:spChg>
        <pc:spChg chg="mod">
          <ac:chgData name="musukie52@gmail.com" userId="017bd91f96aa8751" providerId="LiveId" clId="{5B2C3894-F97E-4CAB-8812-5BB4D83AAC6A}" dt="2026-06-19T02:27:01.409" v="61" actId="255"/>
          <ac:spMkLst>
            <pc:docMk/>
            <pc:sldMk cId="1840991199" sldId="261"/>
            <ac:spMk id="99" creationId="{2DA14731-F2A5-96FB-72B7-BE007BF4E474}"/>
          </ac:spMkLst>
        </pc:spChg>
        <pc:spChg chg="mod">
          <ac:chgData name="musukie52@gmail.com" userId="017bd91f96aa8751" providerId="LiveId" clId="{5B2C3894-F97E-4CAB-8812-5BB4D83AAC6A}" dt="2026-06-19T02:27:01.409" v="61" actId="255"/>
          <ac:spMkLst>
            <pc:docMk/>
            <pc:sldMk cId="1840991199" sldId="261"/>
            <ac:spMk id="105" creationId="{866FF338-9D9B-F687-50D5-DAB13AB1902A}"/>
          </ac:spMkLst>
        </pc:spChg>
        <pc:spChg chg="mod">
          <ac:chgData name="musukie52@gmail.com" userId="017bd91f96aa8751" providerId="LiveId" clId="{5B2C3894-F97E-4CAB-8812-5BB4D83AAC6A}" dt="2026-06-19T02:27:01.409" v="61" actId="255"/>
          <ac:spMkLst>
            <pc:docMk/>
            <pc:sldMk cId="1840991199" sldId="261"/>
            <ac:spMk id="107" creationId="{A22FD8EA-D4AC-3DD6-C0D9-6A532AA94739}"/>
          </ac:spMkLst>
        </pc:spChg>
        <pc:spChg chg="add mod">
          <ac:chgData name="musukie52@gmail.com" userId="017bd91f96aa8751" providerId="LiveId" clId="{5B2C3894-F97E-4CAB-8812-5BB4D83AAC6A}" dt="2026-06-19T02:27:01.409" v="61" actId="255"/>
          <ac:spMkLst>
            <pc:docMk/>
            <pc:sldMk cId="1840991199" sldId="261"/>
            <ac:spMk id="123" creationId="{602149C8-B9BF-5BAD-1E96-5FBE4D6C5B24}"/>
          </ac:spMkLst>
        </pc:spChg>
        <pc:spChg chg="mod">
          <ac:chgData name="musukie52@gmail.com" userId="017bd91f96aa8751" providerId="LiveId" clId="{5B2C3894-F97E-4CAB-8812-5BB4D83AAC6A}" dt="2026-06-19T02:27:47.087" v="69" actId="6549"/>
          <ac:spMkLst>
            <pc:docMk/>
            <pc:sldMk cId="1840991199" sldId="261"/>
            <ac:spMk id="129" creationId="{9EAD1618-86FD-485A-1E94-AA95E116DE51}"/>
          </ac:spMkLst>
        </pc:spChg>
      </pc:sldChg>
      <pc:sldChg chg="new del">
        <pc:chgData name="musukie52@gmail.com" userId="017bd91f96aa8751" providerId="LiveId" clId="{5B2C3894-F97E-4CAB-8812-5BB4D83AAC6A}" dt="2026-06-19T02:24:09.854" v="20" actId="47"/>
        <pc:sldMkLst>
          <pc:docMk/>
          <pc:sldMk cId="4203659052" sldId="261"/>
        </pc:sldMkLst>
      </pc:sldChg>
      <pc:sldChg chg="addSp delSp modSp add mod setBg">
        <pc:chgData name="musukie52@gmail.com" userId="017bd91f96aa8751" providerId="LiveId" clId="{5B2C3894-F97E-4CAB-8812-5BB4D83AAC6A}" dt="2026-06-19T02:27:51.146" v="70" actId="6549"/>
        <pc:sldMkLst>
          <pc:docMk/>
          <pc:sldMk cId="452842783" sldId="262"/>
        </pc:sldMkLst>
        <pc:spChg chg="del">
          <ac:chgData name="musukie52@gmail.com" userId="017bd91f96aa8751" providerId="LiveId" clId="{5B2C3894-F97E-4CAB-8812-5BB4D83AAC6A}" dt="2026-06-19T02:25:42.273" v="48" actId="478"/>
          <ac:spMkLst>
            <pc:docMk/>
            <pc:sldMk cId="452842783" sldId="262"/>
            <ac:spMk id="3" creationId="{A0E1E80E-F38E-5AEB-7359-B2AF31B369BA}"/>
          </ac:spMkLst>
        </pc:spChg>
        <pc:spChg chg="add">
          <ac:chgData name="musukie52@gmail.com" userId="017bd91f96aa8751" providerId="LiveId" clId="{5B2C3894-F97E-4CAB-8812-5BB4D83AAC6A}" dt="2026-06-19T02:25:40.173" v="47" actId="22"/>
          <ac:spMkLst>
            <pc:docMk/>
            <pc:sldMk cId="452842783" sldId="262"/>
            <ac:spMk id="5" creationId="{1892A4A6-0616-A13A-9B73-B877C008A687}"/>
          </ac:spMkLst>
        </pc:spChg>
        <pc:spChg chg="del">
          <ac:chgData name="musukie52@gmail.com" userId="017bd91f96aa8751" providerId="LiveId" clId="{5B2C3894-F97E-4CAB-8812-5BB4D83AAC6A}" dt="2026-06-19T02:25:42.273" v="48" actId="478"/>
          <ac:spMkLst>
            <pc:docMk/>
            <pc:sldMk cId="452842783" sldId="262"/>
            <ac:spMk id="7" creationId="{60F53013-4A28-A140-8265-AA1CA24A4FB5}"/>
          </ac:spMkLst>
        </pc:spChg>
        <pc:spChg chg="del">
          <ac:chgData name="musukie52@gmail.com" userId="017bd91f96aa8751" providerId="LiveId" clId="{5B2C3894-F97E-4CAB-8812-5BB4D83AAC6A}" dt="2026-06-19T02:25:42.273" v="48" actId="478"/>
          <ac:spMkLst>
            <pc:docMk/>
            <pc:sldMk cId="452842783" sldId="262"/>
            <ac:spMk id="9" creationId="{2FB49FAC-B21F-7768-7EFE-F9374B6E4C6B}"/>
          </ac:spMkLst>
        </pc:spChg>
        <pc:spChg chg="del">
          <ac:chgData name="musukie52@gmail.com" userId="017bd91f96aa8751" providerId="LiveId" clId="{5B2C3894-F97E-4CAB-8812-5BB4D83AAC6A}" dt="2026-06-19T02:25:42.273" v="48" actId="478"/>
          <ac:spMkLst>
            <pc:docMk/>
            <pc:sldMk cId="452842783" sldId="262"/>
            <ac:spMk id="11" creationId="{68D6B046-91B7-8397-4007-BC8DD250BD7B}"/>
          </ac:spMkLst>
        </pc:spChg>
        <pc:spChg chg="add del">
          <ac:chgData name="musukie52@gmail.com" userId="017bd91f96aa8751" providerId="LiveId" clId="{5B2C3894-F97E-4CAB-8812-5BB4D83AAC6A}" dt="2026-06-19T02:25:42.273" v="48" actId="478"/>
          <ac:spMkLst>
            <pc:docMk/>
            <pc:sldMk cId="452842783" sldId="262"/>
            <ac:spMk id="13" creationId="{0B765D0D-F7E1-9854-B3DD-F3498EFF21CA}"/>
          </ac:spMkLst>
        </pc:spChg>
        <pc:spChg chg="del">
          <ac:chgData name="musukie52@gmail.com" userId="017bd91f96aa8751" providerId="LiveId" clId="{5B2C3894-F97E-4CAB-8812-5BB4D83AAC6A}" dt="2026-06-19T02:25:42.273" v="48" actId="478"/>
          <ac:spMkLst>
            <pc:docMk/>
            <pc:sldMk cId="452842783" sldId="262"/>
            <ac:spMk id="15" creationId="{083104D0-44A4-57A5-46B5-A05C14E35C91}"/>
          </ac:spMkLst>
        </pc:spChg>
        <pc:spChg chg="del">
          <ac:chgData name="musukie52@gmail.com" userId="017bd91f96aa8751" providerId="LiveId" clId="{5B2C3894-F97E-4CAB-8812-5BB4D83AAC6A}" dt="2026-06-19T02:25:42.273" v="48" actId="478"/>
          <ac:spMkLst>
            <pc:docMk/>
            <pc:sldMk cId="452842783" sldId="262"/>
            <ac:spMk id="23" creationId="{9831B993-0A5F-85B8-77BA-D3B39059F51B}"/>
          </ac:spMkLst>
        </pc:spChg>
        <pc:spChg chg="add del">
          <ac:chgData name="musukie52@gmail.com" userId="017bd91f96aa8751" providerId="LiveId" clId="{5B2C3894-F97E-4CAB-8812-5BB4D83AAC6A}" dt="2026-06-19T02:25:42.273" v="48" actId="478"/>
          <ac:spMkLst>
            <pc:docMk/>
            <pc:sldMk cId="452842783" sldId="262"/>
            <ac:spMk id="25" creationId="{83118AF2-D0B1-B10E-4975-0DA2BFA553C3}"/>
          </ac:spMkLst>
        </pc:spChg>
        <pc:spChg chg="del">
          <ac:chgData name="musukie52@gmail.com" userId="017bd91f96aa8751" providerId="LiveId" clId="{5B2C3894-F97E-4CAB-8812-5BB4D83AAC6A}" dt="2026-06-19T02:25:42.273" v="48" actId="478"/>
          <ac:spMkLst>
            <pc:docMk/>
            <pc:sldMk cId="452842783" sldId="262"/>
            <ac:spMk id="27" creationId="{FA38D328-62BC-97ED-3034-FEE854A44926}"/>
          </ac:spMkLst>
        </pc:spChg>
        <pc:spChg chg="del">
          <ac:chgData name="musukie52@gmail.com" userId="017bd91f96aa8751" providerId="LiveId" clId="{5B2C3894-F97E-4CAB-8812-5BB4D83AAC6A}" dt="2026-06-19T02:25:42.273" v="48" actId="478"/>
          <ac:spMkLst>
            <pc:docMk/>
            <pc:sldMk cId="452842783" sldId="262"/>
            <ac:spMk id="33" creationId="{0099CC2B-1889-1D39-715B-649601120BB4}"/>
          </ac:spMkLst>
        </pc:spChg>
        <pc:spChg chg="add">
          <ac:chgData name="musukie52@gmail.com" userId="017bd91f96aa8751" providerId="LiveId" clId="{5B2C3894-F97E-4CAB-8812-5BB4D83AAC6A}" dt="2026-06-19T02:25:40.173" v="47" actId="22"/>
          <ac:spMkLst>
            <pc:docMk/>
            <pc:sldMk cId="452842783" sldId="262"/>
            <ac:spMk id="37" creationId="{DF9EE7C2-6CDD-7FEE-BB3E-403AB6CFE5EE}"/>
          </ac:spMkLst>
        </pc:spChg>
        <pc:spChg chg="del">
          <ac:chgData name="musukie52@gmail.com" userId="017bd91f96aa8751" providerId="LiveId" clId="{5B2C3894-F97E-4CAB-8812-5BB4D83AAC6A}" dt="2026-06-19T02:25:44.551" v="49" actId="478"/>
          <ac:spMkLst>
            <pc:docMk/>
            <pc:sldMk cId="452842783" sldId="262"/>
            <ac:spMk id="45" creationId="{3D93EEEC-707D-C711-1883-C5345E1CCEF2}"/>
          </ac:spMkLst>
        </pc:spChg>
        <pc:spChg chg="add">
          <ac:chgData name="musukie52@gmail.com" userId="017bd91f96aa8751" providerId="LiveId" clId="{5B2C3894-F97E-4CAB-8812-5BB4D83AAC6A}" dt="2026-06-19T02:25:40.173" v="47" actId="22"/>
          <ac:spMkLst>
            <pc:docMk/>
            <pc:sldMk cId="452842783" sldId="262"/>
            <ac:spMk id="49" creationId="{37C90183-3F35-620A-36F3-38763928A590}"/>
          </ac:spMkLst>
        </pc:spChg>
        <pc:spChg chg="add">
          <ac:chgData name="musukie52@gmail.com" userId="017bd91f96aa8751" providerId="LiveId" clId="{5B2C3894-F97E-4CAB-8812-5BB4D83AAC6A}" dt="2026-06-19T02:25:40.173" v="47" actId="22"/>
          <ac:spMkLst>
            <pc:docMk/>
            <pc:sldMk cId="452842783" sldId="262"/>
            <ac:spMk id="67" creationId="{667D79B9-3670-E508-0FE7-58D0E2B37E5A}"/>
          </ac:spMkLst>
        </pc:spChg>
        <pc:spChg chg="add">
          <ac:chgData name="musukie52@gmail.com" userId="017bd91f96aa8751" providerId="LiveId" clId="{5B2C3894-F97E-4CAB-8812-5BB4D83AAC6A}" dt="2026-06-19T02:25:40.173" v="47" actId="22"/>
          <ac:spMkLst>
            <pc:docMk/>
            <pc:sldMk cId="452842783" sldId="262"/>
            <ac:spMk id="87" creationId="{617D9D31-7729-FFE4-BA2B-122B66BCC8EA}"/>
          </ac:spMkLst>
        </pc:spChg>
        <pc:spChg chg="add">
          <ac:chgData name="musukie52@gmail.com" userId="017bd91f96aa8751" providerId="LiveId" clId="{5B2C3894-F97E-4CAB-8812-5BB4D83AAC6A}" dt="2026-06-19T02:25:40.173" v="47" actId="22"/>
          <ac:spMkLst>
            <pc:docMk/>
            <pc:sldMk cId="452842783" sldId="262"/>
            <ac:spMk id="99" creationId="{D8D4C50B-9ABD-7FA0-DC57-1AD29A9D7519}"/>
          </ac:spMkLst>
        </pc:spChg>
        <pc:spChg chg="add">
          <ac:chgData name="musukie52@gmail.com" userId="017bd91f96aa8751" providerId="LiveId" clId="{5B2C3894-F97E-4CAB-8812-5BB4D83AAC6A}" dt="2026-06-19T02:25:40.173" v="47" actId="22"/>
          <ac:spMkLst>
            <pc:docMk/>
            <pc:sldMk cId="452842783" sldId="262"/>
            <ac:spMk id="101" creationId="{0A36E066-0CA6-5C75-C4B2-42FE0ABD6304}"/>
          </ac:spMkLst>
        </pc:spChg>
        <pc:spChg chg="add mod">
          <ac:chgData name="musukie52@gmail.com" userId="017bd91f96aa8751" providerId="LiveId" clId="{5B2C3894-F97E-4CAB-8812-5BB4D83AAC6A}" dt="2026-06-19T02:27:51.146" v="70" actId="6549"/>
          <ac:spMkLst>
            <pc:docMk/>
            <pc:sldMk cId="452842783" sldId="262"/>
            <ac:spMk id="125" creationId="{064D07EE-74F4-E242-BBC1-E76958FA61C1}"/>
          </ac:spMkLst>
        </pc:spChg>
      </pc:sldChg>
      <pc:sldChg chg="new del">
        <pc:chgData name="musukie52@gmail.com" userId="017bd91f96aa8751" providerId="LiveId" clId="{5B2C3894-F97E-4CAB-8812-5BB4D83AAC6A}" dt="2026-06-19T02:24:09.854" v="20" actId="47"/>
        <pc:sldMkLst>
          <pc:docMk/>
          <pc:sldMk cId="4012447447" sldId="262"/>
        </pc:sldMkLst>
      </pc:sldChg>
      <pc:sldChg chg="addSp delSp modSp add mod setBg">
        <pc:chgData name="musukie52@gmail.com" userId="017bd91f96aa8751" providerId="LiveId" clId="{5B2C3894-F97E-4CAB-8812-5BB4D83AAC6A}" dt="2026-06-19T02:27:54.487" v="71" actId="6549"/>
        <pc:sldMkLst>
          <pc:docMk/>
          <pc:sldMk cId="334787852" sldId="263"/>
        </pc:sldMkLst>
        <pc:spChg chg="del">
          <ac:chgData name="musukie52@gmail.com" userId="017bd91f96aa8751" providerId="LiveId" clId="{5B2C3894-F97E-4CAB-8812-5BB4D83AAC6A}" dt="2026-06-19T02:25:52.984" v="51" actId="478"/>
          <ac:spMkLst>
            <pc:docMk/>
            <pc:sldMk cId="334787852" sldId="263"/>
            <ac:spMk id="3" creationId="{CB3CE550-C34C-4E7B-5DDA-352273035FFB}"/>
          </ac:spMkLst>
        </pc:spChg>
        <pc:spChg chg="add">
          <ac:chgData name="musukie52@gmail.com" userId="017bd91f96aa8751" providerId="LiveId" clId="{5B2C3894-F97E-4CAB-8812-5BB4D83AAC6A}" dt="2026-06-19T02:25:51.157" v="50" actId="22"/>
          <ac:spMkLst>
            <pc:docMk/>
            <pc:sldMk cId="334787852" sldId="263"/>
            <ac:spMk id="5" creationId="{5AFFA9A7-166B-A7E6-CFDA-2797A80E19B9}"/>
          </ac:spMkLst>
        </pc:spChg>
        <pc:spChg chg="del">
          <ac:chgData name="musukie52@gmail.com" userId="017bd91f96aa8751" providerId="LiveId" clId="{5B2C3894-F97E-4CAB-8812-5BB4D83AAC6A}" dt="2026-06-19T02:25:52.984" v="51" actId="478"/>
          <ac:spMkLst>
            <pc:docMk/>
            <pc:sldMk cId="334787852" sldId="263"/>
            <ac:spMk id="7" creationId="{5897DE4D-CCC4-084C-BE46-BA01C1BE2E78}"/>
          </ac:spMkLst>
        </pc:spChg>
        <pc:spChg chg="del">
          <ac:chgData name="musukie52@gmail.com" userId="017bd91f96aa8751" providerId="LiveId" clId="{5B2C3894-F97E-4CAB-8812-5BB4D83AAC6A}" dt="2026-06-19T02:25:52.984" v="51" actId="478"/>
          <ac:spMkLst>
            <pc:docMk/>
            <pc:sldMk cId="334787852" sldId="263"/>
            <ac:spMk id="11" creationId="{0908F302-2F90-C707-86C7-0C99479BA928}"/>
          </ac:spMkLst>
        </pc:spChg>
        <pc:spChg chg="del">
          <ac:chgData name="musukie52@gmail.com" userId="017bd91f96aa8751" providerId="LiveId" clId="{5B2C3894-F97E-4CAB-8812-5BB4D83AAC6A}" dt="2026-06-19T02:25:52.984" v="51" actId="478"/>
          <ac:spMkLst>
            <pc:docMk/>
            <pc:sldMk cId="334787852" sldId="263"/>
            <ac:spMk id="15" creationId="{96E97A21-9B37-2662-D40C-DC5F9BCA44C2}"/>
          </ac:spMkLst>
        </pc:spChg>
        <pc:spChg chg="del">
          <ac:chgData name="musukie52@gmail.com" userId="017bd91f96aa8751" providerId="LiveId" clId="{5B2C3894-F97E-4CAB-8812-5BB4D83AAC6A}" dt="2026-06-19T02:25:52.984" v="51" actId="478"/>
          <ac:spMkLst>
            <pc:docMk/>
            <pc:sldMk cId="334787852" sldId="263"/>
            <ac:spMk id="17" creationId="{6A280EFF-0960-1D9F-A862-A6A779755035}"/>
          </ac:spMkLst>
        </pc:spChg>
        <pc:spChg chg="del">
          <ac:chgData name="musukie52@gmail.com" userId="017bd91f96aa8751" providerId="LiveId" clId="{5B2C3894-F97E-4CAB-8812-5BB4D83AAC6A}" dt="2026-06-19T02:25:52.984" v="51" actId="478"/>
          <ac:spMkLst>
            <pc:docMk/>
            <pc:sldMk cId="334787852" sldId="263"/>
            <ac:spMk id="21" creationId="{A1098697-E953-7AD2-E6CC-1460CE62B0B1}"/>
          </ac:spMkLst>
        </pc:spChg>
        <pc:spChg chg="del">
          <ac:chgData name="musukie52@gmail.com" userId="017bd91f96aa8751" providerId="LiveId" clId="{5B2C3894-F97E-4CAB-8812-5BB4D83AAC6A}" dt="2026-06-19T02:25:52.984" v="51" actId="478"/>
          <ac:spMkLst>
            <pc:docMk/>
            <pc:sldMk cId="334787852" sldId="263"/>
            <ac:spMk id="25" creationId="{515EDD55-7E96-4B48-9245-79CA62D4F682}"/>
          </ac:spMkLst>
        </pc:spChg>
        <pc:spChg chg="add">
          <ac:chgData name="musukie52@gmail.com" userId="017bd91f96aa8751" providerId="LiveId" clId="{5B2C3894-F97E-4CAB-8812-5BB4D83AAC6A}" dt="2026-06-19T02:25:51.157" v="50" actId="22"/>
          <ac:spMkLst>
            <pc:docMk/>
            <pc:sldMk cId="334787852" sldId="263"/>
            <ac:spMk id="27" creationId="{F40BBAB3-2F14-751F-F20E-C0967A8D42B0}"/>
          </ac:spMkLst>
        </pc:spChg>
        <pc:spChg chg="del">
          <ac:chgData name="musukie52@gmail.com" userId="017bd91f96aa8751" providerId="LiveId" clId="{5B2C3894-F97E-4CAB-8812-5BB4D83AAC6A}" dt="2026-06-19T02:25:52.984" v="51" actId="478"/>
          <ac:spMkLst>
            <pc:docMk/>
            <pc:sldMk cId="334787852" sldId="263"/>
            <ac:spMk id="33" creationId="{B914FF95-E327-31DB-7ADF-E508519FA9AE}"/>
          </ac:spMkLst>
        </pc:spChg>
        <pc:spChg chg="del">
          <ac:chgData name="musukie52@gmail.com" userId="017bd91f96aa8751" providerId="LiveId" clId="{5B2C3894-F97E-4CAB-8812-5BB4D83AAC6A}" dt="2026-06-19T02:25:52.984" v="51" actId="478"/>
          <ac:spMkLst>
            <pc:docMk/>
            <pc:sldMk cId="334787852" sldId="263"/>
            <ac:spMk id="35" creationId="{FAA8F3AA-97B2-ECE1-597B-7A066E787CA0}"/>
          </ac:spMkLst>
        </pc:spChg>
        <pc:spChg chg="del">
          <ac:chgData name="musukie52@gmail.com" userId="017bd91f96aa8751" providerId="LiveId" clId="{5B2C3894-F97E-4CAB-8812-5BB4D83AAC6A}" dt="2026-06-19T02:25:52.984" v="51" actId="478"/>
          <ac:spMkLst>
            <pc:docMk/>
            <pc:sldMk cId="334787852" sldId="263"/>
            <ac:spMk id="37" creationId="{5DDBE2C1-815F-7880-412D-D718D99E3AD5}"/>
          </ac:spMkLst>
        </pc:spChg>
        <pc:spChg chg="del">
          <ac:chgData name="musukie52@gmail.com" userId="017bd91f96aa8751" providerId="LiveId" clId="{5B2C3894-F97E-4CAB-8812-5BB4D83AAC6A}" dt="2026-06-19T02:25:54.237" v="52" actId="478"/>
          <ac:spMkLst>
            <pc:docMk/>
            <pc:sldMk cId="334787852" sldId="263"/>
            <ac:spMk id="45" creationId="{5DC23273-FB0F-96A1-54DC-C76C7C5ABF8B}"/>
          </ac:spMkLst>
        </pc:spChg>
        <pc:spChg chg="add">
          <ac:chgData name="musukie52@gmail.com" userId="017bd91f96aa8751" providerId="LiveId" clId="{5B2C3894-F97E-4CAB-8812-5BB4D83AAC6A}" dt="2026-06-19T02:25:51.157" v="50" actId="22"/>
          <ac:spMkLst>
            <pc:docMk/>
            <pc:sldMk cId="334787852" sldId="263"/>
            <ac:spMk id="51" creationId="{E6FAD4F9-475E-87CA-AA71-1032BC47AF2D}"/>
          </ac:spMkLst>
        </pc:spChg>
        <pc:spChg chg="add">
          <ac:chgData name="musukie52@gmail.com" userId="017bd91f96aa8751" providerId="LiveId" clId="{5B2C3894-F97E-4CAB-8812-5BB4D83AAC6A}" dt="2026-06-19T02:25:51.157" v="50" actId="22"/>
          <ac:spMkLst>
            <pc:docMk/>
            <pc:sldMk cId="334787852" sldId="263"/>
            <ac:spMk id="53" creationId="{C244D5AB-46CB-5296-F2F3-62A97E76BB7C}"/>
          </ac:spMkLst>
        </pc:spChg>
        <pc:spChg chg="mod">
          <ac:chgData name="musukie52@gmail.com" userId="017bd91f96aa8751" providerId="LiveId" clId="{5B2C3894-F97E-4CAB-8812-5BB4D83AAC6A}" dt="2026-06-19T02:26:52.797" v="60" actId="255"/>
          <ac:spMkLst>
            <pc:docMk/>
            <pc:sldMk cId="334787852" sldId="263"/>
            <ac:spMk id="55" creationId="{5A33C9DB-B40C-DA30-EEED-A543F583EECE}"/>
          </ac:spMkLst>
        </pc:spChg>
        <pc:spChg chg="mod">
          <ac:chgData name="musukie52@gmail.com" userId="017bd91f96aa8751" providerId="LiveId" clId="{5B2C3894-F97E-4CAB-8812-5BB4D83AAC6A}" dt="2026-06-19T02:26:52.797" v="60" actId="255"/>
          <ac:spMkLst>
            <pc:docMk/>
            <pc:sldMk cId="334787852" sldId="263"/>
            <ac:spMk id="57" creationId="{D8B71DB6-1A7C-8962-D4CA-C00296BDC487}"/>
          </ac:spMkLst>
        </pc:spChg>
        <pc:spChg chg="mod">
          <ac:chgData name="musukie52@gmail.com" userId="017bd91f96aa8751" providerId="LiveId" clId="{5B2C3894-F97E-4CAB-8812-5BB4D83AAC6A}" dt="2026-06-19T02:26:52.797" v="60" actId="255"/>
          <ac:spMkLst>
            <pc:docMk/>
            <pc:sldMk cId="334787852" sldId="263"/>
            <ac:spMk id="61" creationId="{09FB3AA6-5015-4DAC-E5D6-95F5EC4EF803}"/>
          </ac:spMkLst>
        </pc:spChg>
        <pc:spChg chg="mod">
          <ac:chgData name="musukie52@gmail.com" userId="017bd91f96aa8751" providerId="LiveId" clId="{5B2C3894-F97E-4CAB-8812-5BB4D83AAC6A}" dt="2026-06-19T02:26:52.797" v="60" actId="255"/>
          <ac:spMkLst>
            <pc:docMk/>
            <pc:sldMk cId="334787852" sldId="263"/>
            <ac:spMk id="63" creationId="{1C551AEF-CCA9-BA55-67B1-38C83026457A}"/>
          </ac:spMkLst>
        </pc:spChg>
        <pc:spChg chg="mod">
          <ac:chgData name="musukie52@gmail.com" userId="017bd91f96aa8751" providerId="LiveId" clId="{5B2C3894-F97E-4CAB-8812-5BB4D83AAC6A}" dt="2026-06-19T02:26:52.797" v="60" actId="255"/>
          <ac:spMkLst>
            <pc:docMk/>
            <pc:sldMk cId="334787852" sldId="263"/>
            <ac:spMk id="67" creationId="{20FB811C-02CD-EBE1-E89A-ADFD870E7AE4}"/>
          </ac:spMkLst>
        </pc:spChg>
        <pc:spChg chg="add mod">
          <ac:chgData name="musukie52@gmail.com" userId="017bd91f96aa8751" providerId="LiveId" clId="{5B2C3894-F97E-4CAB-8812-5BB4D83AAC6A}" dt="2026-06-19T02:26:52.797" v="60" actId="255"/>
          <ac:spMkLst>
            <pc:docMk/>
            <pc:sldMk cId="334787852" sldId="263"/>
            <ac:spMk id="69" creationId="{76BD3B71-9CED-7B80-7BA7-A3FAB88CA322}"/>
          </ac:spMkLst>
        </pc:spChg>
        <pc:spChg chg="mod">
          <ac:chgData name="musukie52@gmail.com" userId="017bd91f96aa8751" providerId="LiveId" clId="{5B2C3894-F97E-4CAB-8812-5BB4D83AAC6A}" dt="2026-06-19T02:26:52.797" v="60" actId="255"/>
          <ac:spMkLst>
            <pc:docMk/>
            <pc:sldMk cId="334787852" sldId="263"/>
            <ac:spMk id="75" creationId="{BDCB043D-C9CF-B93D-EE94-7E6DD921DC49}"/>
          </ac:spMkLst>
        </pc:spChg>
        <pc:spChg chg="mod">
          <ac:chgData name="musukie52@gmail.com" userId="017bd91f96aa8751" providerId="LiveId" clId="{5B2C3894-F97E-4CAB-8812-5BB4D83AAC6A}" dt="2026-06-19T02:26:52.797" v="60" actId="255"/>
          <ac:spMkLst>
            <pc:docMk/>
            <pc:sldMk cId="334787852" sldId="263"/>
            <ac:spMk id="81" creationId="{6F728CEE-C283-A618-8F9A-F98A1EB357D8}"/>
          </ac:spMkLst>
        </pc:spChg>
        <pc:spChg chg="add">
          <ac:chgData name="musukie52@gmail.com" userId="017bd91f96aa8751" providerId="LiveId" clId="{5B2C3894-F97E-4CAB-8812-5BB4D83AAC6A}" dt="2026-06-19T02:25:51.157" v="50" actId="22"/>
          <ac:spMkLst>
            <pc:docMk/>
            <pc:sldMk cId="334787852" sldId="263"/>
            <ac:spMk id="83" creationId="{FFB9801D-FB8B-CD85-C055-D9B95B1337C0}"/>
          </ac:spMkLst>
        </pc:spChg>
        <pc:spChg chg="mod">
          <ac:chgData name="musukie52@gmail.com" userId="017bd91f96aa8751" providerId="LiveId" clId="{5B2C3894-F97E-4CAB-8812-5BB4D83AAC6A}" dt="2026-06-19T02:26:52.797" v="60" actId="255"/>
          <ac:spMkLst>
            <pc:docMk/>
            <pc:sldMk cId="334787852" sldId="263"/>
            <ac:spMk id="89" creationId="{184A46A3-A034-DABE-2B15-77B39243D527}"/>
          </ac:spMkLst>
        </pc:spChg>
        <pc:spChg chg="add">
          <ac:chgData name="musukie52@gmail.com" userId="017bd91f96aa8751" providerId="LiveId" clId="{5B2C3894-F97E-4CAB-8812-5BB4D83AAC6A}" dt="2026-06-19T02:25:51.157" v="50" actId="22"/>
          <ac:spMkLst>
            <pc:docMk/>
            <pc:sldMk cId="334787852" sldId="263"/>
            <ac:spMk id="99" creationId="{00FEC915-4EF6-9B11-E92E-9F464C38345A}"/>
          </ac:spMkLst>
        </pc:spChg>
        <pc:spChg chg="mod">
          <ac:chgData name="musukie52@gmail.com" userId="017bd91f96aa8751" providerId="LiveId" clId="{5B2C3894-F97E-4CAB-8812-5BB4D83AAC6A}" dt="2026-06-19T02:26:52.797" v="60" actId="255"/>
          <ac:spMkLst>
            <pc:docMk/>
            <pc:sldMk cId="334787852" sldId="263"/>
            <ac:spMk id="115" creationId="{60AF9113-0390-AFE2-12E0-7EF7D800C503}"/>
          </ac:spMkLst>
        </pc:spChg>
        <pc:spChg chg="add">
          <ac:chgData name="musukie52@gmail.com" userId="017bd91f96aa8751" providerId="LiveId" clId="{5B2C3894-F97E-4CAB-8812-5BB4D83AAC6A}" dt="2026-06-19T02:25:51.157" v="50" actId="22"/>
          <ac:spMkLst>
            <pc:docMk/>
            <pc:sldMk cId="334787852" sldId="263"/>
            <ac:spMk id="117" creationId="{EB9CD4C1-D49E-85B1-CF88-73E15BB04661}"/>
          </ac:spMkLst>
        </pc:spChg>
        <pc:spChg chg="add">
          <ac:chgData name="musukie52@gmail.com" userId="017bd91f96aa8751" providerId="LiveId" clId="{5B2C3894-F97E-4CAB-8812-5BB4D83AAC6A}" dt="2026-06-19T02:25:51.157" v="50" actId="22"/>
          <ac:spMkLst>
            <pc:docMk/>
            <pc:sldMk cId="334787852" sldId="263"/>
            <ac:spMk id="123" creationId="{724B6274-6ACF-0ED4-09DE-CF40EDF20072}"/>
          </ac:spMkLst>
        </pc:spChg>
        <pc:spChg chg="add">
          <ac:chgData name="musukie52@gmail.com" userId="017bd91f96aa8751" providerId="LiveId" clId="{5B2C3894-F97E-4CAB-8812-5BB4D83AAC6A}" dt="2026-06-19T02:25:51.157" v="50" actId="22"/>
          <ac:spMkLst>
            <pc:docMk/>
            <pc:sldMk cId="334787852" sldId="263"/>
            <ac:spMk id="133" creationId="{0AF748EF-5F15-EDCB-C93C-4E68E551FB57}"/>
          </ac:spMkLst>
        </pc:spChg>
        <pc:spChg chg="mod">
          <ac:chgData name="musukie52@gmail.com" userId="017bd91f96aa8751" providerId="LiveId" clId="{5B2C3894-F97E-4CAB-8812-5BB4D83AAC6A}" dt="2026-06-19T02:27:54.487" v="71" actId="6549"/>
          <ac:spMkLst>
            <pc:docMk/>
            <pc:sldMk cId="334787852" sldId="263"/>
            <ac:spMk id="137" creationId="{D86B2F4C-1139-320C-CB28-8383117F0C5A}"/>
          </ac:spMkLst>
        </pc:spChg>
      </pc:sldChg>
      <pc:sldChg chg="new del">
        <pc:chgData name="musukie52@gmail.com" userId="017bd91f96aa8751" providerId="LiveId" clId="{5B2C3894-F97E-4CAB-8812-5BB4D83AAC6A}" dt="2026-06-19T02:24:09.854" v="20" actId="47"/>
        <pc:sldMkLst>
          <pc:docMk/>
          <pc:sldMk cId="3057497717" sldId="263"/>
        </pc:sldMkLst>
      </pc:sldChg>
      <pc:sldChg chg="new del">
        <pc:chgData name="musukie52@gmail.com" userId="017bd91f96aa8751" providerId="LiveId" clId="{5B2C3894-F97E-4CAB-8812-5BB4D83AAC6A}" dt="2026-06-19T02:24:09.854" v="20" actId="47"/>
        <pc:sldMkLst>
          <pc:docMk/>
          <pc:sldMk cId="2010497349" sldId="264"/>
        </pc:sldMkLst>
      </pc:sldChg>
      <pc:sldChg chg="addSp delSp modSp add mod setBg">
        <pc:chgData name="musukie52@gmail.com" userId="017bd91f96aa8751" providerId="LiveId" clId="{5B2C3894-F97E-4CAB-8812-5BB4D83AAC6A}" dt="2026-06-19T02:27:57.251" v="72" actId="6549"/>
        <pc:sldMkLst>
          <pc:docMk/>
          <pc:sldMk cId="2186705754" sldId="264"/>
        </pc:sldMkLst>
        <pc:spChg chg="add del">
          <ac:chgData name="musukie52@gmail.com" userId="017bd91f96aa8751" providerId="LiveId" clId="{5B2C3894-F97E-4CAB-8812-5BB4D83AAC6A}" dt="2026-06-19T02:26:01.618" v="54" actId="478"/>
          <ac:spMkLst>
            <pc:docMk/>
            <pc:sldMk cId="2186705754" sldId="264"/>
            <ac:spMk id="3" creationId="{1C84209B-AFC7-1EBE-D94E-866C82B08E4C}"/>
          </ac:spMkLst>
        </pc:spChg>
        <pc:spChg chg="add del">
          <ac:chgData name="musukie52@gmail.com" userId="017bd91f96aa8751" providerId="LiveId" clId="{5B2C3894-F97E-4CAB-8812-5BB4D83AAC6A}" dt="2026-06-19T02:26:01.618" v="54" actId="478"/>
          <ac:spMkLst>
            <pc:docMk/>
            <pc:sldMk cId="2186705754" sldId="264"/>
            <ac:spMk id="5" creationId="{BBAC7DF5-9F38-6BFD-4787-4EFCE2DDAEB6}"/>
          </ac:spMkLst>
        </pc:spChg>
        <pc:spChg chg="del">
          <ac:chgData name="musukie52@gmail.com" userId="017bd91f96aa8751" providerId="LiveId" clId="{5B2C3894-F97E-4CAB-8812-5BB4D83AAC6A}" dt="2026-06-19T02:26:01.618" v="54" actId="478"/>
          <ac:spMkLst>
            <pc:docMk/>
            <pc:sldMk cId="2186705754" sldId="264"/>
            <ac:spMk id="7" creationId="{83C0CA6F-0C5F-02F9-F118-203897FE1701}"/>
          </ac:spMkLst>
        </pc:spChg>
        <pc:spChg chg="del">
          <ac:chgData name="musukie52@gmail.com" userId="017bd91f96aa8751" providerId="LiveId" clId="{5B2C3894-F97E-4CAB-8812-5BB4D83AAC6A}" dt="2026-06-19T02:26:01.618" v="54" actId="478"/>
          <ac:spMkLst>
            <pc:docMk/>
            <pc:sldMk cId="2186705754" sldId="264"/>
            <ac:spMk id="11" creationId="{69EE1ECF-872D-4D09-08C8-CFAA6DFC5AFF}"/>
          </ac:spMkLst>
        </pc:spChg>
        <pc:spChg chg="del">
          <ac:chgData name="musukie52@gmail.com" userId="017bd91f96aa8751" providerId="LiveId" clId="{5B2C3894-F97E-4CAB-8812-5BB4D83AAC6A}" dt="2026-06-19T02:26:01.618" v="54" actId="478"/>
          <ac:spMkLst>
            <pc:docMk/>
            <pc:sldMk cId="2186705754" sldId="264"/>
            <ac:spMk id="13" creationId="{4B9E17C7-BEF9-9925-88A9-572541BADD7E}"/>
          </ac:spMkLst>
        </pc:spChg>
        <pc:spChg chg="del">
          <ac:chgData name="musukie52@gmail.com" userId="017bd91f96aa8751" providerId="LiveId" clId="{5B2C3894-F97E-4CAB-8812-5BB4D83AAC6A}" dt="2026-06-19T02:26:01.618" v="54" actId="478"/>
          <ac:spMkLst>
            <pc:docMk/>
            <pc:sldMk cId="2186705754" sldId="264"/>
            <ac:spMk id="19" creationId="{B5802D24-C9AB-7196-4CC7-200521E13BE6}"/>
          </ac:spMkLst>
        </pc:spChg>
        <pc:spChg chg="add del">
          <ac:chgData name="musukie52@gmail.com" userId="017bd91f96aa8751" providerId="LiveId" clId="{5B2C3894-F97E-4CAB-8812-5BB4D83AAC6A}" dt="2026-06-19T02:26:01.618" v="54" actId="478"/>
          <ac:spMkLst>
            <pc:docMk/>
            <pc:sldMk cId="2186705754" sldId="264"/>
            <ac:spMk id="23" creationId="{394F1FAC-C39A-8077-67DF-D060A9894599}"/>
          </ac:spMkLst>
        </pc:spChg>
        <pc:spChg chg="del">
          <ac:chgData name="musukie52@gmail.com" userId="017bd91f96aa8751" providerId="LiveId" clId="{5B2C3894-F97E-4CAB-8812-5BB4D83AAC6A}" dt="2026-06-19T02:26:01.618" v="54" actId="478"/>
          <ac:spMkLst>
            <pc:docMk/>
            <pc:sldMk cId="2186705754" sldId="264"/>
            <ac:spMk id="27" creationId="{01E61236-4BAA-4042-738F-0D7C87D9E61E}"/>
          </ac:spMkLst>
        </pc:spChg>
        <pc:spChg chg="del">
          <ac:chgData name="musukie52@gmail.com" userId="017bd91f96aa8751" providerId="LiveId" clId="{5B2C3894-F97E-4CAB-8812-5BB4D83AAC6A}" dt="2026-06-19T02:26:01.618" v="54" actId="478"/>
          <ac:spMkLst>
            <pc:docMk/>
            <pc:sldMk cId="2186705754" sldId="264"/>
            <ac:spMk id="31" creationId="{19651187-B1FF-6D66-320B-EF9E2F8B2173}"/>
          </ac:spMkLst>
        </pc:spChg>
        <pc:spChg chg="del">
          <ac:chgData name="musukie52@gmail.com" userId="017bd91f96aa8751" providerId="LiveId" clId="{5B2C3894-F97E-4CAB-8812-5BB4D83AAC6A}" dt="2026-06-19T02:26:01.618" v="54" actId="478"/>
          <ac:spMkLst>
            <pc:docMk/>
            <pc:sldMk cId="2186705754" sldId="264"/>
            <ac:spMk id="33" creationId="{77976A73-C394-C2C3-6F6D-271AADAF9FC5}"/>
          </ac:spMkLst>
        </pc:spChg>
        <pc:spChg chg="del">
          <ac:chgData name="musukie52@gmail.com" userId="017bd91f96aa8751" providerId="LiveId" clId="{5B2C3894-F97E-4CAB-8812-5BB4D83AAC6A}" dt="2026-06-19T02:26:03.084" v="55" actId="478"/>
          <ac:spMkLst>
            <pc:docMk/>
            <pc:sldMk cId="2186705754" sldId="264"/>
            <ac:spMk id="45" creationId="{820CD7D7-734B-D453-27DC-8205F0273CB2}"/>
          </ac:spMkLst>
        </pc:spChg>
        <pc:spChg chg="add">
          <ac:chgData name="musukie52@gmail.com" userId="017bd91f96aa8751" providerId="LiveId" clId="{5B2C3894-F97E-4CAB-8812-5BB4D83AAC6A}" dt="2026-06-19T02:25:59.679" v="53" actId="22"/>
          <ac:spMkLst>
            <pc:docMk/>
            <pc:sldMk cId="2186705754" sldId="264"/>
            <ac:spMk id="55" creationId="{34AABC19-AB38-7B88-F17D-ACFAD7F1F940}"/>
          </ac:spMkLst>
        </pc:spChg>
        <pc:spChg chg="add">
          <ac:chgData name="musukie52@gmail.com" userId="017bd91f96aa8751" providerId="LiveId" clId="{5B2C3894-F97E-4CAB-8812-5BB4D83AAC6A}" dt="2026-06-19T02:25:59.679" v="53" actId="22"/>
          <ac:spMkLst>
            <pc:docMk/>
            <pc:sldMk cId="2186705754" sldId="264"/>
            <ac:spMk id="57" creationId="{3952EBBE-1FA3-831B-660D-46959A3151C2}"/>
          </ac:spMkLst>
        </pc:spChg>
        <pc:spChg chg="add">
          <ac:chgData name="musukie52@gmail.com" userId="017bd91f96aa8751" providerId="LiveId" clId="{5B2C3894-F97E-4CAB-8812-5BB4D83AAC6A}" dt="2026-06-19T02:25:59.679" v="53" actId="22"/>
          <ac:spMkLst>
            <pc:docMk/>
            <pc:sldMk cId="2186705754" sldId="264"/>
            <ac:spMk id="59" creationId="{0387F6D3-6BA9-9020-290F-A4F7A5CC2AF8}"/>
          </ac:spMkLst>
        </pc:spChg>
        <pc:spChg chg="add">
          <ac:chgData name="musukie52@gmail.com" userId="017bd91f96aa8751" providerId="LiveId" clId="{5B2C3894-F97E-4CAB-8812-5BB4D83AAC6A}" dt="2026-06-19T02:25:59.679" v="53" actId="22"/>
          <ac:spMkLst>
            <pc:docMk/>
            <pc:sldMk cId="2186705754" sldId="264"/>
            <ac:spMk id="69" creationId="{D90EEA34-CD12-7DBF-49E3-EFD136A3B68C}"/>
          </ac:spMkLst>
        </pc:spChg>
        <pc:spChg chg="add">
          <ac:chgData name="musukie52@gmail.com" userId="017bd91f96aa8751" providerId="LiveId" clId="{5B2C3894-F97E-4CAB-8812-5BB4D83AAC6A}" dt="2026-06-19T02:25:59.679" v="53" actId="22"/>
          <ac:spMkLst>
            <pc:docMk/>
            <pc:sldMk cId="2186705754" sldId="264"/>
            <ac:spMk id="109" creationId="{8F982510-B07B-E894-8DB6-7AA1573402FC}"/>
          </ac:spMkLst>
        </pc:spChg>
        <pc:spChg chg="add">
          <ac:chgData name="musukie52@gmail.com" userId="017bd91f96aa8751" providerId="LiveId" clId="{5B2C3894-F97E-4CAB-8812-5BB4D83AAC6A}" dt="2026-06-19T02:25:59.679" v="53" actId="22"/>
          <ac:spMkLst>
            <pc:docMk/>
            <pc:sldMk cId="2186705754" sldId="264"/>
            <ac:spMk id="111" creationId="{DE829FA7-C912-6772-C69E-D5B96AC8794A}"/>
          </ac:spMkLst>
        </pc:spChg>
        <pc:spChg chg="add">
          <ac:chgData name="musukie52@gmail.com" userId="017bd91f96aa8751" providerId="LiveId" clId="{5B2C3894-F97E-4CAB-8812-5BB4D83AAC6A}" dt="2026-06-19T02:25:59.679" v="53" actId="22"/>
          <ac:spMkLst>
            <pc:docMk/>
            <pc:sldMk cId="2186705754" sldId="264"/>
            <ac:spMk id="123" creationId="{89FB04D5-E548-7802-43FE-D7E99FB98C34}"/>
          </ac:spMkLst>
        </pc:spChg>
        <pc:spChg chg="mod">
          <ac:chgData name="musukie52@gmail.com" userId="017bd91f96aa8751" providerId="LiveId" clId="{5B2C3894-F97E-4CAB-8812-5BB4D83AAC6A}" dt="2026-06-19T02:27:57.251" v="72" actId="6549"/>
          <ac:spMkLst>
            <pc:docMk/>
            <pc:sldMk cId="2186705754" sldId="264"/>
            <ac:spMk id="125" creationId="{E3EF1093-B399-A7A3-CE90-EED516EB23BE}"/>
          </ac:spMkLst>
        </pc:spChg>
      </pc:sldChg>
      <pc:sldChg chg="new del">
        <pc:chgData name="musukie52@gmail.com" userId="017bd91f96aa8751" providerId="LiveId" clId="{5B2C3894-F97E-4CAB-8812-5BB4D83AAC6A}" dt="2026-06-19T02:24:09.854" v="20" actId="47"/>
        <pc:sldMkLst>
          <pc:docMk/>
          <pc:sldMk cId="1143007838" sldId="265"/>
        </pc:sldMkLst>
      </pc:sldChg>
      <pc:sldChg chg="addSp delSp modSp add mod setBg">
        <pc:chgData name="musukie52@gmail.com" userId="017bd91f96aa8751" providerId="LiveId" clId="{5B2C3894-F97E-4CAB-8812-5BB4D83AAC6A}" dt="2026-06-19T02:28:00.435" v="73" actId="6549"/>
        <pc:sldMkLst>
          <pc:docMk/>
          <pc:sldMk cId="4182941747" sldId="265"/>
        </pc:sldMkLst>
        <pc:spChg chg="del">
          <ac:chgData name="musukie52@gmail.com" userId="017bd91f96aa8751" providerId="LiveId" clId="{5B2C3894-F97E-4CAB-8812-5BB4D83AAC6A}" dt="2026-06-19T02:26:12.458" v="57" actId="478"/>
          <ac:spMkLst>
            <pc:docMk/>
            <pc:sldMk cId="4182941747" sldId="265"/>
            <ac:spMk id="3" creationId="{08A0EF39-4B5D-553A-9FC5-CF5926BFECEF}"/>
          </ac:spMkLst>
        </pc:spChg>
        <pc:spChg chg="del">
          <ac:chgData name="musukie52@gmail.com" userId="017bd91f96aa8751" providerId="LiveId" clId="{5B2C3894-F97E-4CAB-8812-5BB4D83AAC6A}" dt="2026-06-19T02:26:12.458" v="57" actId="478"/>
          <ac:spMkLst>
            <pc:docMk/>
            <pc:sldMk cId="4182941747" sldId="265"/>
            <ac:spMk id="5" creationId="{FDB609F1-E27B-14A9-B72E-E9F98C488390}"/>
          </ac:spMkLst>
        </pc:spChg>
        <pc:spChg chg="add del">
          <ac:chgData name="musukie52@gmail.com" userId="017bd91f96aa8751" providerId="LiveId" clId="{5B2C3894-F97E-4CAB-8812-5BB4D83AAC6A}" dt="2026-06-19T02:26:12.458" v="57" actId="478"/>
          <ac:spMkLst>
            <pc:docMk/>
            <pc:sldMk cId="4182941747" sldId="265"/>
            <ac:spMk id="7" creationId="{4126C6A3-642D-C8CE-B22B-6933E17755C4}"/>
          </ac:spMkLst>
        </pc:spChg>
        <pc:spChg chg="del">
          <ac:chgData name="musukie52@gmail.com" userId="017bd91f96aa8751" providerId="LiveId" clId="{5B2C3894-F97E-4CAB-8812-5BB4D83AAC6A}" dt="2026-06-19T02:26:12.458" v="57" actId="478"/>
          <ac:spMkLst>
            <pc:docMk/>
            <pc:sldMk cId="4182941747" sldId="265"/>
            <ac:spMk id="9" creationId="{924C42A4-A905-C6E0-0B94-3884E27BB327}"/>
          </ac:spMkLst>
        </pc:spChg>
        <pc:spChg chg="del">
          <ac:chgData name="musukie52@gmail.com" userId="017bd91f96aa8751" providerId="LiveId" clId="{5B2C3894-F97E-4CAB-8812-5BB4D83AAC6A}" dt="2026-06-19T02:26:12.458" v="57" actId="478"/>
          <ac:spMkLst>
            <pc:docMk/>
            <pc:sldMk cId="4182941747" sldId="265"/>
            <ac:spMk id="13" creationId="{21528D3A-165F-DC6F-1AC9-2A6E27F62AB8}"/>
          </ac:spMkLst>
        </pc:spChg>
        <pc:spChg chg="del">
          <ac:chgData name="musukie52@gmail.com" userId="017bd91f96aa8751" providerId="LiveId" clId="{5B2C3894-F97E-4CAB-8812-5BB4D83AAC6A}" dt="2026-06-19T02:26:12.458" v="57" actId="478"/>
          <ac:spMkLst>
            <pc:docMk/>
            <pc:sldMk cId="4182941747" sldId="265"/>
            <ac:spMk id="15" creationId="{5626C431-854D-D65F-F239-CB764D2508B7}"/>
          </ac:spMkLst>
        </pc:spChg>
        <pc:spChg chg="add">
          <ac:chgData name="musukie52@gmail.com" userId="017bd91f96aa8751" providerId="LiveId" clId="{5B2C3894-F97E-4CAB-8812-5BB4D83AAC6A}" dt="2026-06-19T02:26:10.450" v="56" actId="22"/>
          <ac:spMkLst>
            <pc:docMk/>
            <pc:sldMk cId="4182941747" sldId="265"/>
            <ac:spMk id="25" creationId="{80422BA0-989F-5EEF-637D-5F9306753755}"/>
          </ac:spMkLst>
        </pc:spChg>
        <pc:spChg chg="del">
          <ac:chgData name="musukie52@gmail.com" userId="017bd91f96aa8751" providerId="LiveId" clId="{5B2C3894-F97E-4CAB-8812-5BB4D83AAC6A}" dt="2026-06-19T02:26:12.458" v="57" actId="478"/>
          <ac:spMkLst>
            <pc:docMk/>
            <pc:sldMk cId="4182941747" sldId="265"/>
            <ac:spMk id="27" creationId="{D8EE342B-72CB-2A71-026D-B5FE31F3A178}"/>
          </ac:spMkLst>
        </pc:spChg>
        <pc:spChg chg="del">
          <ac:chgData name="musukie52@gmail.com" userId="017bd91f96aa8751" providerId="LiveId" clId="{5B2C3894-F97E-4CAB-8812-5BB4D83AAC6A}" dt="2026-06-19T02:26:12.458" v="57" actId="478"/>
          <ac:spMkLst>
            <pc:docMk/>
            <pc:sldMk cId="4182941747" sldId="265"/>
            <ac:spMk id="29" creationId="{DA8BDDA4-2A5B-7449-0039-A64876212E57}"/>
          </ac:spMkLst>
        </pc:spChg>
        <pc:spChg chg="add">
          <ac:chgData name="musukie52@gmail.com" userId="017bd91f96aa8751" providerId="LiveId" clId="{5B2C3894-F97E-4CAB-8812-5BB4D83AAC6A}" dt="2026-06-19T02:26:10.450" v="56" actId="22"/>
          <ac:spMkLst>
            <pc:docMk/>
            <pc:sldMk cId="4182941747" sldId="265"/>
            <ac:spMk id="33" creationId="{263E776A-1B78-5E64-8777-0D827B084186}"/>
          </ac:spMkLst>
        </pc:spChg>
        <pc:spChg chg="del">
          <ac:chgData name="musukie52@gmail.com" userId="017bd91f96aa8751" providerId="LiveId" clId="{5B2C3894-F97E-4CAB-8812-5BB4D83AAC6A}" dt="2026-06-19T02:26:12.458" v="57" actId="478"/>
          <ac:spMkLst>
            <pc:docMk/>
            <pc:sldMk cId="4182941747" sldId="265"/>
            <ac:spMk id="35" creationId="{FC32027D-447A-573A-5C2B-19F14BF5CAFE}"/>
          </ac:spMkLst>
        </pc:spChg>
        <pc:spChg chg="del">
          <ac:chgData name="musukie52@gmail.com" userId="017bd91f96aa8751" providerId="LiveId" clId="{5B2C3894-F97E-4CAB-8812-5BB4D83AAC6A}" dt="2026-06-19T02:26:12.458" v="57" actId="478"/>
          <ac:spMkLst>
            <pc:docMk/>
            <pc:sldMk cId="4182941747" sldId="265"/>
            <ac:spMk id="37" creationId="{1F8E9BDE-8805-F9D3-43C8-300AD1171F8A}"/>
          </ac:spMkLst>
        </pc:spChg>
        <pc:spChg chg="del">
          <ac:chgData name="musukie52@gmail.com" userId="017bd91f96aa8751" providerId="LiveId" clId="{5B2C3894-F97E-4CAB-8812-5BB4D83AAC6A}" dt="2026-06-19T02:26:15.153" v="58" actId="478"/>
          <ac:spMkLst>
            <pc:docMk/>
            <pc:sldMk cId="4182941747" sldId="265"/>
            <ac:spMk id="45" creationId="{A12ABEE3-B9AE-DE10-0459-E2365AE64DDD}"/>
          </ac:spMkLst>
        </pc:spChg>
        <pc:spChg chg="add">
          <ac:chgData name="musukie52@gmail.com" userId="017bd91f96aa8751" providerId="LiveId" clId="{5B2C3894-F97E-4CAB-8812-5BB4D83AAC6A}" dt="2026-06-19T02:26:10.450" v="56" actId="22"/>
          <ac:spMkLst>
            <pc:docMk/>
            <pc:sldMk cId="4182941747" sldId="265"/>
            <ac:spMk id="47" creationId="{7A68EEB2-8D28-323F-BEA5-6000463E28D4}"/>
          </ac:spMkLst>
        </pc:spChg>
        <pc:spChg chg="mod">
          <ac:chgData name="musukie52@gmail.com" userId="017bd91f96aa8751" providerId="LiveId" clId="{5B2C3894-F97E-4CAB-8812-5BB4D83AAC6A}" dt="2026-06-19T02:26:42.695" v="59" actId="255"/>
          <ac:spMkLst>
            <pc:docMk/>
            <pc:sldMk cId="4182941747" sldId="265"/>
            <ac:spMk id="61" creationId="{83D7F3B6-DF8F-6667-756B-1BD189A2C199}"/>
          </ac:spMkLst>
        </pc:spChg>
        <pc:spChg chg="mod">
          <ac:chgData name="musukie52@gmail.com" userId="017bd91f96aa8751" providerId="LiveId" clId="{5B2C3894-F97E-4CAB-8812-5BB4D83AAC6A}" dt="2026-06-19T02:26:42.695" v="59" actId="255"/>
          <ac:spMkLst>
            <pc:docMk/>
            <pc:sldMk cId="4182941747" sldId="265"/>
            <ac:spMk id="63" creationId="{541BEEB6-FF29-6796-E90F-0D0738F78D2B}"/>
          </ac:spMkLst>
        </pc:spChg>
        <pc:spChg chg="add">
          <ac:chgData name="musukie52@gmail.com" userId="017bd91f96aa8751" providerId="LiveId" clId="{5B2C3894-F97E-4CAB-8812-5BB4D83AAC6A}" dt="2026-06-19T02:26:10.450" v="56" actId="22"/>
          <ac:spMkLst>
            <pc:docMk/>
            <pc:sldMk cId="4182941747" sldId="265"/>
            <ac:spMk id="65" creationId="{93E8F701-1402-5571-DF6A-EA3BC13CD8BC}"/>
          </ac:spMkLst>
        </pc:spChg>
        <pc:spChg chg="mod">
          <ac:chgData name="musukie52@gmail.com" userId="017bd91f96aa8751" providerId="LiveId" clId="{5B2C3894-F97E-4CAB-8812-5BB4D83AAC6A}" dt="2026-06-19T02:26:42.695" v="59" actId="255"/>
          <ac:spMkLst>
            <pc:docMk/>
            <pc:sldMk cId="4182941747" sldId="265"/>
            <ac:spMk id="67" creationId="{2E615C63-C206-5E05-7C4A-82FCC21C0C10}"/>
          </ac:spMkLst>
        </pc:spChg>
        <pc:spChg chg="add">
          <ac:chgData name="musukie52@gmail.com" userId="017bd91f96aa8751" providerId="LiveId" clId="{5B2C3894-F97E-4CAB-8812-5BB4D83AAC6A}" dt="2026-06-19T02:26:10.450" v="56" actId="22"/>
          <ac:spMkLst>
            <pc:docMk/>
            <pc:sldMk cId="4182941747" sldId="265"/>
            <ac:spMk id="73" creationId="{1A64DE4B-1673-4848-53CD-23BC02CFEFAC}"/>
          </ac:spMkLst>
        </pc:spChg>
        <pc:spChg chg="mod">
          <ac:chgData name="musukie52@gmail.com" userId="017bd91f96aa8751" providerId="LiveId" clId="{5B2C3894-F97E-4CAB-8812-5BB4D83AAC6A}" dt="2026-06-19T02:26:42.695" v="59" actId="255"/>
          <ac:spMkLst>
            <pc:docMk/>
            <pc:sldMk cId="4182941747" sldId="265"/>
            <ac:spMk id="79" creationId="{53518075-C994-4AA7-F532-DFEEF5A5E875}"/>
          </ac:spMkLst>
        </pc:spChg>
        <pc:spChg chg="add mod">
          <ac:chgData name="musukie52@gmail.com" userId="017bd91f96aa8751" providerId="LiveId" clId="{5B2C3894-F97E-4CAB-8812-5BB4D83AAC6A}" dt="2026-06-19T02:26:42.695" v="59" actId="255"/>
          <ac:spMkLst>
            <pc:docMk/>
            <pc:sldMk cId="4182941747" sldId="265"/>
            <ac:spMk id="81" creationId="{F515F0A5-C8C4-1ECA-295F-8471F9884C55}"/>
          </ac:spMkLst>
        </pc:spChg>
        <pc:spChg chg="add">
          <ac:chgData name="musukie52@gmail.com" userId="017bd91f96aa8751" providerId="LiveId" clId="{5B2C3894-F97E-4CAB-8812-5BB4D83AAC6A}" dt="2026-06-19T02:26:10.450" v="56" actId="22"/>
          <ac:spMkLst>
            <pc:docMk/>
            <pc:sldMk cId="4182941747" sldId="265"/>
            <ac:spMk id="83" creationId="{87D8674D-8698-3605-2597-64507C277DD3}"/>
          </ac:spMkLst>
        </pc:spChg>
        <pc:spChg chg="mod">
          <ac:chgData name="musukie52@gmail.com" userId="017bd91f96aa8751" providerId="LiveId" clId="{5B2C3894-F97E-4CAB-8812-5BB4D83AAC6A}" dt="2026-06-19T02:26:42.695" v="59" actId="255"/>
          <ac:spMkLst>
            <pc:docMk/>
            <pc:sldMk cId="4182941747" sldId="265"/>
            <ac:spMk id="85" creationId="{5273E48F-7DCD-FA52-3229-0AFFCA877D93}"/>
          </ac:spMkLst>
        </pc:spChg>
        <pc:spChg chg="mod">
          <ac:chgData name="musukie52@gmail.com" userId="017bd91f96aa8751" providerId="LiveId" clId="{5B2C3894-F97E-4CAB-8812-5BB4D83AAC6A}" dt="2026-06-19T02:26:42.695" v="59" actId="255"/>
          <ac:spMkLst>
            <pc:docMk/>
            <pc:sldMk cId="4182941747" sldId="265"/>
            <ac:spMk id="89" creationId="{4BC283EC-3AF9-EF10-EADD-321BC35E7F99}"/>
          </ac:spMkLst>
        </pc:spChg>
        <pc:spChg chg="add mod">
          <ac:chgData name="musukie52@gmail.com" userId="017bd91f96aa8751" providerId="LiveId" clId="{5B2C3894-F97E-4CAB-8812-5BB4D83AAC6A}" dt="2026-06-19T02:26:42.695" v="59" actId="255"/>
          <ac:spMkLst>
            <pc:docMk/>
            <pc:sldMk cId="4182941747" sldId="265"/>
            <ac:spMk id="99" creationId="{BD3C40DF-7A73-3775-1530-F0E1BE7619A7}"/>
          </ac:spMkLst>
        </pc:spChg>
        <pc:spChg chg="add">
          <ac:chgData name="musukie52@gmail.com" userId="017bd91f96aa8751" providerId="LiveId" clId="{5B2C3894-F97E-4CAB-8812-5BB4D83AAC6A}" dt="2026-06-19T02:26:10.450" v="56" actId="22"/>
          <ac:spMkLst>
            <pc:docMk/>
            <pc:sldMk cId="4182941747" sldId="265"/>
            <ac:spMk id="105" creationId="{D9370D00-7483-61A4-6373-7F45E9EF5D1A}"/>
          </ac:spMkLst>
        </pc:spChg>
        <pc:spChg chg="mod">
          <ac:chgData name="musukie52@gmail.com" userId="017bd91f96aa8751" providerId="LiveId" clId="{5B2C3894-F97E-4CAB-8812-5BB4D83AAC6A}" dt="2026-06-19T02:26:42.695" v="59" actId="255"/>
          <ac:spMkLst>
            <pc:docMk/>
            <pc:sldMk cId="4182941747" sldId="265"/>
            <ac:spMk id="107" creationId="{C50A8EDC-02EC-3D4D-8A70-4E3790A17385}"/>
          </ac:spMkLst>
        </pc:spChg>
        <pc:spChg chg="mod">
          <ac:chgData name="musukie52@gmail.com" userId="017bd91f96aa8751" providerId="LiveId" clId="{5B2C3894-F97E-4CAB-8812-5BB4D83AAC6A}" dt="2026-06-19T02:26:42.695" v="59" actId="255"/>
          <ac:spMkLst>
            <pc:docMk/>
            <pc:sldMk cId="4182941747" sldId="265"/>
            <ac:spMk id="113" creationId="{C8712D04-98CA-ABBD-A129-CB66DC0F55C8}"/>
          </ac:spMkLst>
        </pc:spChg>
        <pc:spChg chg="mod">
          <ac:chgData name="musukie52@gmail.com" userId="017bd91f96aa8751" providerId="LiveId" clId="{5B2C3894-F97E-4CAB-8812-5BB4D83AAC6A}" dt="2026-06-19T02:28:00.435" v="73" actId="6549"/>
          <ac:spMkLst>
            <pc:docMk/>
            <pc:sldMk cId="4182941747" sldId="265"/>
            <ac:spMk id="137" creationId="{1861BB34-4FE1-F28E-9C6D-BF24A6224FD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815F0F-4A04-C571-1980-3DA87A7A9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183E8C-8B65-D0AF-AC82-666DF9E93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A7FBB3-6A3C-D13B-E900-FF37A17DE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2B48-579B-433B-93D4-49E918AC1797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1B489F-9C43-CB65-BD27-B80DED759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10C7E9-E0A2-D327-05B1-80D87BE3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D8A3A-8C2C-41A3-979A-170B36B942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261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660A34-3671-ABD6-36EC-345D3FB78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B66CBD-DE39-07A3-4C78-42AB12C90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604CD4-D75A-85E9-30A9-DA3871FA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2B48-579B-433B-93D4-49E918AC1797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80F501-613C-75CE-557F-921AF9FDA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DD9920-99BC-B165-78EB-371CC14D1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D8A3A-8C2C-41A3-979A-170B36B942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796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7FC4F4-7BE3-7450-3019-DC4BFCAEB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7BD11D-6F3D-3C98-2B05-FCBBE0AB5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1D54AC-036A-BFFF-705F-F9234046F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2B48-579B-433B-93D4-49E918AC1797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F9D197-301C-78A0-814C-5DD5236D3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D9761F-28AD-5552-14E3-0E6A0B431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D8A3A-8C2C-41A3-979A-170B36B942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82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C5BB8-D5B2-26D0-3E8A-D48861F17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197B53-F2FB-8E65-C123-9F8049A69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1936DF-D22B-4FDE-2633-85E9E0068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569929-CECF-7957-435E-E8DE04A05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2B48-579B-433B-93D4-49E918AC1797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37FA1D-8F6A-B8B8-FF62-C3FB1E32B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6925AE-942C-62C1-F5E1-194801805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D8A3A-8C2C-41A3-979A-170B36B942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779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70015-9A27-360B-8030-5B12DE8A8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458AF5-A63F-BF3D-A88B-10FD02D66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96B1C8-5E78-A3E2-C94A-9BB1BFC4E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A78BC4-9069-F97D-B85A-A1BCE78D08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73AB434-E6FD-1FFC-1847-51FFC75E63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4D5EB4E-DF9D-9B07-C970-06B62BB0D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2B48-579B-433B-93D4-49E918AC1797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0C7088F-B2FF-1E54-28D1-009753B9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4819A13-5BB5-37A9-BA99-A5924EE0E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D8A3A-8C2C-41A3-979A-170B36B942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855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33E25E-15BE-0ACC-264A-988E675A3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6CF625-4207-E4C3-2BD3-DE0CADEB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2B48-579B-433B-93D4-49E918AC1797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6DFBE2-EC46-245E-40B1-9C47D44A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EEBDD4-7062-78AC-4E4E-30C5F1127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D8A3A-8C2C-41A3-979A-170B36B942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094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282821A-3CA8-EF72-928B-CAA70236E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2B48-579B-433B-93D4-49E918AC1797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ADC14C6-E404-F2AF-9F49-2579A4A67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683DCE-315E-A2FE-89A0-0F2A22496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D8A3A-8C2C-41A3-979A-170B36B942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305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78F9B1-715C-F2A7-1E49-7D56B76AD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E4C498-7670-7140-1B0F-372213B12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5FC724-E2C7-6758-090A-567131C0D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3D800E-60B9-759E-B241-06E573194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2B48-579B-433B-93D4-49E918AC1797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C8AC97-DD25-953E-4585-BE7C6581E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929406-26B9-41FD-525C-1715E0DC3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D8A3A-8C2C-41A3-979A-170B36B942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378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083F33-6418-7A67-C9BF-F702A82C3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AA5CE1D-8216-7779-FAFD-F1E21F34DD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CA14B7-3E7E-AF60-5323-9323418D3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98DAFB-4140-E774-5795-E65620DAA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2B48-579B-433B-93D4-49E918AC1797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80E791-8A42-3272-6E12-C4A9995D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1F924D-A2BC-77E5-2A7F-64D1523B3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D8A3A-8C2C-41A3-979A-170B36B942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27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D23FD-80C7-F3CA-990D-DE6AF7C10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33EDBD-A038-C30D-C75D-76B009BEB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72E3FF-AAC6-0A76-FCCC-805152B12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2B48-579B-433B-93D4-49E918AC1797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A756EC-C050-D371-E9EB-635FA105A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EA7800-5520-CAFD-511B-E39BED042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D8A3A-8C2C-41A3-979A-170B36B942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60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F5E5ED-AEA6-5AAE-9F07-2F853ADD37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3E75AD-288A-9D03-B30A-CCAD555E6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1B0DD5-3E71-D4EE-6AFC-888030D62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2B48-579B-433B-93D4-49E918AC1797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74046A-7E36-ECB3-7AB4-B529D0F9D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CF535B-3B62-E452-2221-24BFA3E9F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D8A3A-8C2C-41A3-979A-170B36B942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81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0A62CFF-7EC4-0A46-B287-401791064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980FAC-65E7-20F1-BD05-DC46952DE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F2247A-309B-9210-CC42-1F9F9ABBE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62B48-579B-433B-93D4-49E918AC1797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44359-A971-C6CE-5A3B-78AB544BE2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654AB9-25B0-06FE-A712-3EE29A67B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D8A3A-8C2C-41A3-979A-170B36B942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374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18">
            <a:extLst>
              <a:ext uri="{FF2B5EF4-FFF2-40B4-BE49-F238E27FC236}">
                <a16:creationId xmlns:a16="http://schemas.microsoft.com/office/drawing/2014/main" id="{5923A0FF-D96F-1B3B-2D85-76D6E4A26EFB}"/>
              </a:ext>
            </a:extLst>
          </p:cNvPr>
          <p:cNvSpPr/>
          <p:nvPr/>
        </p:nvSpPr>
        <p:spPr>
          <a:xfrm>
            <a:off x="502920" y="636422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A93B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도시 이동 · 물품 확보 · 일상 요구 누적</a:t>
            </a:r>
            <a:endParaRPr lang="en-US" sz="750" dirty="0"/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147F78F6-1635-FFA1-FECD-C367D42986F6}"/>
              </a:ext>
            </a:extLst>
          </p:cNvPr>
          <p:cNvSpPr/>
          <p:nvPr/>
        </p:nvSpPr>
        <p:spPr>
          <a:xfrm>
            <a:off x="502920" y="310896"/>
            <a:ext cx="937260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퀘스트 1. 동생 심부름 — 이벤트 &amp; 트리거</a:t>
            </a:r>
            <a:endParaRPr lang="en-US" sz="2550" dirty="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42A894CA-1A2E-C4F6-E3C0-45E92B25F8F2}"/>
              </a:ext>
            </a:extLst>
          </p:cNvPr>
          <p:cNvSpPr/>
          <p:nvPr/>
        </p:nvSpPr>
        <p:spPr>
          <a:xfrm>
            <a:off x="530352" y="85039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도시 이동 · 물품 확보 · 일상 요구 누적</a:t>
            </a:r>
            <a:endParaRPr lang="en-US" sz="950" dirty="0"/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6AECF20B-93FF-D655-2B4C-9B9400147FD6}"/>
              </a:ext>
            </a:extLst>
          </p:cNvPr>
          <p:cNvSpPr/>
          <p:nvPr/>
        </p:nvSpPr>
        <p:spPr>
          <a:xfrm>
            <a:off x="530352" y="1499616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No.</a:t>
            </a:r>
            <a:endParaRPr lang="en-US" sz="1050" dirty="0"/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0DDE0B85-1E1C-8F6E-E7B9-8A6C3B0FB6DE}"/>
              </a:ext>
            </a:extLst>
          </p:cNvPr>
          <p:cNvSpPr/>
          <p:nvPr/>
        </p:nvSpPr>
        <p:spPr>
          <a:xfrm>
            <a:off x="1170432" y="1499616"/>
            <a:ext cx="4617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6E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트리거</a:t>
            </a:r>
            <a:endParaRPr lang="en-US" sz="1250" dirty="0"/>
          </a:p>
        </p:txBody>
      </p:sp>
      <p:sp>
        <p:nvSpPr>
          <p:cNvPr id="55" name="Text 24">
            <a:extLst>
              <a:ext uri="{FF2B5EF4-FFF2-40B4-BE49-F238E27FC236}">
                <a16:creationId xmlns:a16="http://schemas.microsoft.com/office/drawing/2014/main" id="{61EFB696-9D28-353F-D5E9-B9617FF82C6C}"/>
              </a:ext>
            </a:extLst>
          </p:cNvPr>
          <p:cNvSpPr/>
          <p:nvPr/>
        </p:nvSpPr>
        <p:spPr>
          <a:xfrm>
            <a:off x="6016752" y="1499616"/>
            <a:ext cx="5577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4F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이벤트</a:t>
            </a:r>
            <a:endParaRPr lang="en-US" sz="1250" dirty="0"/>
          </a:p>
        </p:txBody>
      </p:sp>
      <p:sp>
        <p:nvSpPr>
          <p:cNvPr id="57" name="Shape 25">
            <a:extLst>
              <a:ext uri="{FF2B5EF4-FFF2-40B4-BE49-F238E27FC236}">
                <a16:creationId xmlns:a16="http://schemas.microsoft.com/office/drawing/2014/main" id="{992EB5B8-0AA3-82D8-620E-4FB4EED7EA2F}"/>
              </a:ext>
            </a:extLst>
          </p:cNvPr>
          <p:cNvSpPr/>
          <p:nvPr/>
        </p:nvSpPr>
        <p:spPr>
          <a:xfrm>
            <a:off x="530352" y="1819656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59" name="Text 26">
            <a:extLst>
              <a:ext uri="{FF2B5EF4-FFF2-40B4-BE49-F238E27FC236}">
                <a16:creationId xmlns:a16="http://schemas.microsoft.com/office/drawing/2014/main" id="{F79913AB-D5B9-653D-1422-F6A399CC7025}"/>
              </a:ext>
            </a:extLst>
          </p:cNvPr>
          <p:cNvSpPr/>
          <p:nvPr/>
        </p:nvSpPr>
        <p:spPr>
          <a:xfrm>
            <a:off x="530352" y="1965960"/>
            <a:ext cx="502920" cy="661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920" dirty="0"/>
          </a:p>
        </p:txBody>
      </p:sp>
      <p:sp>
        <p:nvSpPr>
          <p:cNvPr id="61" name="Text 27">
            <a:extLst>
              <a:ext uri="{FF2B5EF4-FFF2-40B4-BE49-F238E27FC236}">
                <a16:creationId xmlns:a16="http://schemas.microsoft.com/office/drawing/2014/main" id="{13AE9B78-BD4A-CAB5-7C0D-DC53D414FCA4}"/>
              </a:ext>
            </a:extLst>
          </p:cNvPr>
          <p:cNvSpPr/>
          <p:nvPr/>
        </p:nvSpPr>
        <p:spPr>
          <a:xfrm>
            <a:off x="1170432" y="1956816"/>
            <a:ext cx="457200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동생의 심부름 연락 수신</a:t>
            </a:r>
            <a:endParaRPr lang="en-US" sz="1090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3ABB9CEB-A0FD-5AA5-D7BE-FC40E60EFEAC}"/>
              </a:ext>
            </a:extLst>
          </p:cNvPr>
          <p:cNvSpPr/>
          <p:nvPr/>
        </p:nvSpPr>
        <p:spPr>
          <a:xfrm>
            <a:off x="6016752" y="1956816"/>
            <a:ext cx="562356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신상 과자, 앞머리롤, 치킨, 중고거래 목표 생성</a:t>
            </a:r>
            <a:endParaRPr lang="en-US" sz="1090" dirty="0"/>
          </a:p>
        </p:txBody>
      </p:sp>
      <p:sp>
        <p:nvSpPr>
          <p:cNvPr id="65" name="Shape 29">
            <a:extLst>
              <a:ext uri="{FF2B5EF4-FFF2-40B4-BE49-F238E27FC236}">
                <a16:creationId xmlns:a16="http://schemas.microsoft.com/office/drawing/2014/main" id="{9D501034-9742-C6D6-39CC-5613756AE625}"/>
              </a:ext>
            </a:extLst>
          </p:cNvPr>
          <p:cNvSpPr/>
          <p:nvPr/>
        </p:nvSpPr>
        <p:spPr>
          <a:xfrm>
            <a:off x="530352" y="263652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E3D5FD40-E76E-2430-C587-0853A6A8B608}"/>
              </a:ext>
            </a:extLst>
          </p:cNvPr>
          <p:cNvSpPr/>
          <p:nvPr/>
        </p:nvSpPr>
        <p:spPr>
          <a:xfrm>
            <a:off x="530352" y="2682240"/>
            <a:ext cx="502920" cy="661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920" dirty="0"/>
          </a:p>
        </p:txBody>
      </p:sp>
      <p:sp>
        <p:nvSpPr>
          <p:cNvPr id="69" name="Text 31">
            <a:extLst>
              <a:ext uri="{FF2B5EF4-FFF2-40B4-BE49-F238E27FC236}">
                <a16:creationId xmlns:a16="http://schemas.microsoft.com/office/drawing/2014/main" id="{FAF9EF97-FCD9-53B6-245A-6D779B9BB06C}"/>
              </a:ext>
            </a:extLst>
          </p:cNvPr>
          <p:cNvSpPr/>
          <p:nvPr/>
        </p:nvSpPr>
        <p:spPr>
          <a:xfrm>
            <a:off x="1170432" y="2673096"/>
            <a:ext cx="457200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편의점 입장 후 신상 과자 품절 확인</a:t>
            </a:r>
            <a:endParaRPr lang="en-US" sz="1090" dirty="0"/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5878DF77-7151-8E53-B27C-113D44C4B3CB}"/>
              </a:ext>
            </a:extLst>
          </p:cNvPr>
          <p:cNvSpPr/>
          <p:nvPr/>
        </p:nvSpPr>
        <p:spPr>
          <a:xfrm>
            <a:off x="6016752" y="2673096"/>
            <a:ext cx="562356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알바의 재입고 안내, 대기 상황 발생</a:t>
            </a:r>
            <a:endParaRPr lang="en-US" sz="1090" dirty="0"/>
          </a:p>
        </p:txBody>
      </p:sp>
      <p:sp>
        <p:nvSpPr>
          <p:cNvPr id="73" name="Shape 33">
            <a:extLst>
              <a:ext uri="{FF2B5EF4-FFF2-40B4-BE49-F238E27FC236}">
                <a16:creationId xmlns:a16="http://schemas.microsoft.com/office/drawing/2014/main" id="{FA3A8CC8-E105-1CD6-F7F7-8915AB084923}"/>
              </a:ext>
            </a:extLst>
          </p:cNvPr>
          <p:cNvSpPr/>
          <p:nvPr/>
        </p:nvSpPr>
        <p:spPr>
          <a:xfrm>
            <a:off x="530352" y="335280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75" name="Text 34">
            <a:extLst>
              <a:ext uri="{FF2B5EF4-FFF2-40B4-BE49-F238E27FC236}">
                <a16:creationId xmlns:a16="http://schemas.microsoft.com/office/drawing/2014/main" id="{D5DF7251-28E7-6965-73B4-E3F4977714CE}"/>
              </a:ext>
            </a:extLst>
          </p:cNvPr>
          <p:cNvSpPr/>
          <p:nvPr/>
        </p:nvSpPr>
        <p:spPr>
          <a:xfrm>
            <a:off x="530352" y="3398520"/>
            <a:ext cx="502920" cy="661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920" dirty="0"/>
          </a:p>
        </p:txBody>
      </p:sp>
      <p:sp>
        <p:nvSpPr>
          <p:cNvPr id="77" name="Text 35">
            <a:extLst>
              <a:ext uri="{FF2B5EF4-FFF2-40B4-BE49-F238E27FC236}">
                <a16:creationId xmlns:a16="http://schemas.microsoft.com/office/drawing/2014/main" id="{3D2FB0D7-9144-4D28-CCC2-E0085F7C8B2C}"/>
              </a:ext>
            </a:extLst>
          </p:cNvPr>
          <p:cNvSpPr/>
          <p:nvPr/>
        </p:nvSpPr>
        <p:spPr>
          <a:xfrm>
            <a:off x="1170432" y="3389376"/>
            <a:ext cx="457200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재입고 방송 출력</a:t>
            </a:r>
            <a:endParaRPr lang="en-US" sz="1090" dirty="0"/>
          </a:p>
        </p:txBody>
      </p:sp>
      <p:sp>
        <p:nvSpPr>
          <p:cNvPr id="79" name="Text 36">
            <a:extLst>
              <a:ext uri="{FF2B5EF4-FFF2-40B4-BE49-F238E27FC236}">
                <a16:creationId xmlns:a16="http://schemas.microsoft.com/office/drawing/2014/main" id="{AD6F1ECF-6172-3328-B587-ADB0E6292BC2}"/>
              </a:ext>
            </a:extLst>
          </p:cNvPr>
          <p:cNvSpPr/>
          <p:nvPr/>
        </p:nvSpPr>
        <p:spPr>
          <a:xfrm>
            <a:off x="6016752" y="3389376"/>
            <a:ext cx="562356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NPC 줄 형성, 구매 경쟁 이벤트 시작</a:t>
            </a:r>
            <a:endParaRPr lang="en-US" sz="1090" dirty="0"/>
          </a:p>
        </p:txBody>
      </p:sp>
      <p:sp>
        <p:nvSpPr>
          <p:cNvPr id="81" name="Shape 37">
            <a:extLst>
              <a:ext uri="{FF2B5EF4-FFF2-40B4-BE49-F238E27FC236}">
                <a16:creationId xmlns:a16="http://schemas.microsoft.com/office/drawing/2014/main" id="{1EC568CE-083C-2DD7-08EC-13E5FD587D99}"/>
              </a:ext>
            </a:extLst>
          </p:cNvPr>
          <p:cNvSpPr/>
          <p:nvPr/>
        </p:nvSpPr>
        <p:spPr>
          <a:xfrm>
            <a:off x="530352" y="406908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83" name="Text 38">
            <a:extLst>
              <a:ext uri="{FF2B5EF4-FFF2-40B4-BE49-F238E27FC236}">
                <a16:creationId xmlns:a16="http://schemas.microsoft.com/office/drawing/2014/main" id="{B42917E3-FFE3-2DE8-BA0C-D5441BD16126}"/>
              </a:ext>
            </a:extLst>
          </p:cNvPr>
          <p:cNvSpPr/>
          <p:nvPr/>
        </p:nvSpPr>
        <p:spPr>
          <a:xfrm>
            <a:off x="530352" y="4114800"/>
            <a:ext cx="502920" cy="661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920" dirty="0"/>
          </a:p>
        </p:txBody>
      </p:sp>
      <p:sp>
        <p:nvSpPr>
          <p:cNvPr id="85" name="Text 39">
            <a:extLst>
              <a:ext uri="{FF2B5EF4-FFF2-40B4-BE49-F238E27FC236}">
                <a16:creationId xmlns:a16="http://schemas.microsoft.com/office/drawing/2014/main" id="{B24C3123-4060-25A7-4787-3A1AF52C3571}"/>
              </a:ext>
            </a:extLst>
          </p:cNvPr>
          <p:cNvSpPr/>
          <p:nvPr/>
        </p:nvSpPr>
        <p:spPr>
          <a:xfrm>
            <a:off x="1170432" y="4105656"/>
            <a:ext cx="457200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다이소에서 앞머리롤 구매 후 출구 진입</a:t>
            </a:r>
            <a:endParaRPr lang="en-US" sz="1090" dirty="0"/>
          </a:p>
        </p:txBody>
      </p:sp>
      <p:sp>
        <p:nvSpPr>
          <p:cNvPr id="87" name="Text 40">
            <a:extLst>
              <a:ext uri="{FF2B5EF4-FFF2-40B4-BE49-F238E27FC236}">
                <a16:creationId xmlns:a16="http://schemas.microsoft.com/office/drawing/2014/main" id="{F6F38F1B-50AC-C095-0A93-DF2B6029ECAA}"/>
              </a:ext>
            </a:extLst>
          </p:cNvPr>
          <p:cNvSpPr/>
          <p:nvPr/>
        </p:nvSpPr>
        <p:spPr>
          <a:xfrm>
            <a:off x="6016752" y="4105656"/>
            <a:ext cx="562356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배송 트럭 통과, NPC들이 신상 과자 입고로 오해하고 이동</a:t>
            </a:r>
            <a:endParaRPr lang="en-US" sz="1090" dirty="0"/>
          </a:p>
        </p:txBody>
      </p:sp>
      <p:sp>
        <p:nvSpPr>
          <p:cNvPr id="89" name="Shape 41">
            <a:extLst>
              <a:ext uri="{FF2B5EF4-FFF2-40B4-BE49-F238E27FC236}">
                <a16:creationId xmlns:a16="http://schemas.microsoft.com/office/drawing/2014/main" id="{9835A42A-7D1F-72F0-F055-ECA7F4324856}"/>
              </a:ext>
            </a:extLst>
          </p:cNvPr>
          <p:cNvSpPr/>
          <p:nvPr/>
        </p:nvSpPr>
        <p:spPr>
          <a:xfrm>
            <a:off x="530352" y="478536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91" name="Text 42">
            <a:extLst>
              <a:ext uri="{FF2B5EF4-FFF2-40B4-BE49-F238E27FC236}">
                <a16:creationId xmlns:a16="http://schemas.microsoft.com/office/drawing/2014/main" id="{9E7A9077-334C-C7A5-AB1F-1C130BBAD3B9}"/>
              </a:ext>
            </a:extLst>
          </p:cNvPr>
          <p:cNvSpPr/>
          <p:nvPr/>
        </p:nvSpPr>
        <p:spPr>
          <a:xfrm>
            <a:off x="530352" y="4831080"/>
            <a:ext cx="502920" cy="661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920" dirty="0"/>
          </a:p>
        </p:txBody>
      </p:sp>
      <p:sp>
        <p:nvSpPr>
          <p:cNvPr id="93" name="Text 43">
            <a:extLst>
              <a:ext uri="{FF2B5EF4-FFF2-40B4-BE49-F238E27FC236}">
                <a16:creationId xmlns:a16="http://schemas.microsoft.com/office/drawing/2014/main" id="{93877C39-3156-FF01-0A4A-DEECC48AB89A}"/>
              </a:ext>
            </a:extLst>
          </p:cNvPr>
          <p:cNvSpPr/>
          <p:nvPr/>
        </p:nvSpPr>
        <p:spPr>
          <a:xfrm>
            <a:off x="1170432" y="4821936"/>
            <a:ext cx="457200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중고거래 장소 도착</a:t>
            </a:r>
            <a:endParaRPr lang="en-US" sz="1090" dirty="0"/>
          </a:p>
        </p:txBody>
      </p:sp>
      <p:sp>
        <p:nvSpPr>
          <p:cNvPr id="95" name="Text 44">
            <a:extLst>
              <a:ext uri="{FF2B5EF4-FFF2-40B4-BE49-F238E27FC236}">
                <a16:creationId xmlns:a16="http://schemas.microsoft.com/office/drawing/2014/main" id="{3E697786-3F3E-0E5A-8AE6-5FEE56DC99BB}"/>
              </a:ext>
            </a:extLst>
          </p:cNvPr>
          <p:cNvSpPr/>
          <p:nvPr/>
        </p:nvSpPr>
        <p:spPr>
          <a:xfrm>
            <a:off x="6016752" y="4821936"/>
            <a:ext cx="562356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회색 후드 3명 등장, 진짜 판매자 찾기 진행</a:t>
            </a:r>
            <a:endParaRPr lang="en-US" sz="1090" dirty="0"/>
          </a:p>
        </p:txBody>
      </p:sp>
      <p:sp>
        <p:nvSpPr>
          <p:cNvPr id="97" name="Shape 45">
            <a:extLst>
              <a:ext uri="{FF2B5EF4-FFF2-40B4-BE49-F238E27FC236}">
                <a16:creationId xmlns:a16="http://schemas.microsoft.com/office/drawing/2014/main" id="{5F857BC9-ACA0-96CF-4955-A80EAD3699AD}"/>
              </a:ext>
            </a:extLst>
          </p:cNvPr>
          <p:cNvSpPr/>
          <p:nvPr/>
        </p:nvSpPr>
        <p:spPr>
          <a:xfrm>
            <a:off x="530352" y="550164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99" name="Text 46">
            <a:extLst>
              <a:ext uri="{FF2B5EF4-FFF2-40B4-BE49-F238E27FC236}">
                <a16:creationId xmlns:a16="http://schemas.microsoft.com/office/drawing/2014/main" id="{C62BC5E3-457B-A807-2842-3609D610FD80}"/>
              </a:ext>
            </a:extLst>
          </p:cNvPr>
          <p:cNvSpPr/>
          <p:nvPr/>
        </p:nvSpPr>
        <p:spPr>
          <a:xfrm>
            <a:off x="530352" y="5547360"/>
            <a:ext cx="502920" cy="661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920" dirty="0"/>
          </a:p>
        </p:txBody>
      </p:sp>
      <p:sp>
        <p:nvSpPr>
          <p:cNvPr id="101" name="Text 47">
            <a:extLst>
              <a:ext uri="{FF2B5EF4-FFF2-40B4-BE49-F238E27FC236}">
                <a16:creationId xmlns:a16="http://schemas.microsoft.com/office/drawing/2014/main" id="{9A27921E-8522-13E9-AF8B-BE32BD83927C}"/>
              </a:ext>
            </a:extLst>
          </p:cNvPr>
          <p:cNvSpPr/>
          <p:nvPr/>
        </p:nvSpPr>
        <p:spPr>
          <a:xfrm>
            <a:off x="1170432" y="5538216"/>
            <a:ext cx="457200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치킨 주문 완료</a:t>
            </a:r>
            <a:endParaRPr lang="en-US" sz="1090" dirty="0"/>
          </a:p>
        </p:txBody>
      </p:sp>
      <p:sp>
        <p:nvSpPr>
          <p:cNvPr id="103" name="Text 48">
            <a:extLst>
              <a:ext uri="{FF2B5EF4-FFF2-40B4-BE49-F238E27FC236}">
                <a16:creationId xmlns:a16="http://schemas.microsoft.com/office/drawing/2014/main" id="{F97F7488-5696-7117-1D86-8CD8CE7EF068}"/>
              </a:ext>
            </a:extLst>
          </p:cNvPr>
          <p:cNvSpPr/>
          <p:nvPr/>
        </p:nvSpPr>
        <p:spPr>
          <a:xfrm>
            <a:off x="6016752" y="5538216"/>
            <a:ext cx="562356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동생의 요구 처리, 심부름 퀘스트 종료</a:t>
            </a:r>
            <a:endParaRPr lang="en-US" sz="1090" dirty="0"/>
          </a:p>
        </p:txBody>
      </p:sp>
      <p:sp>
        <p:nvSpPr>
          <p:cNvPr id="105" name="Text 49">
            <a:extLst>
              <a:ext uri="{FF2B5EF4-FFF2-40B4-BE49-F238E27FC236}">
                <a16:creationId xmlns:a16="http://schemas.microsoft.com/office/drawing/2014/main" id="{9719C3E4-07BF-8F38-7A20-00AA17AEE2C7}"/>
              </a:ext>
            </a:extLst>
          </p:cNvPr>
          <p:cNvSpPr/>
          <p:nvPr/>
        </p:nvSpPr>
        <p:spPr>
          <a:xfrm>
            <a:off x="530352" y="1078992"/>
            <a:ext cx="11109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일상적 심부름을 연쇄형 목표로 구성하여, 플레이어가 사소한 요구의 누적과 피로를 직접 </a:t>
            </a:r>
            <a:r>
              <a:rPr lang="en-US" sz="910" b="1" dirty="0" err="1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경험하도록</a:t>
            </a:r>
            <a:r>
              <a:rPr lang="en-US" sz="91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910" b="1" dirty="0" err="1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</a:t>
            </a:r>
            <a:endParaRPr lang="en-US" sz="910" dirty="0"/>
          </a:p>
        </p:txBody>
      </p:sp>
    </p:spTree>
    <p:extLst>
      <p:ext uri="{BB962C8B-B14F-4D97-AF65-F5344CB8AC3E}">
        <p14:creationId xmlns:p14="http://schemas.microsoft.com/office/powerpoint/2010/main" val="3279824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18">
            <a:extLst>
              <a:ext uri="{FF2B5EF4-FFF2-40B4-BE49-F238E27FC236}">
                <a16:creationId xmlns:a16="http://schemas.microsoft.com/office/drawing/2014/main" id="{29A03D95-EC5B-F394-B0F0-7A214194FF02}"/>
              </a:ext>
            </a:extLst>
          </p:cNvPr>
          <p:cNvSpPr/>
          <p:nvPr/>
        </p:nvSpPr>
        <p:spPr>
          <a:xfrm>
            <a:off x="502920" y="636422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A93B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도시 이동 · 물품 확보 · 일상 요구 누적</a:t>
            </a:r>
            <a:endParaRPr lang="en-US" sz="75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DBD71CFA-B6C9-2518-3534-41E33B8D7416}"/>
              </a:ext>
            </a:extLst>
          </p:cNvPr>
          <p:cNvSpPr/>
          <p:nvPr/>
        </p:nvSpPr>
        <p:spPr>
          <a:xfrm>
            <a:off x="502920" y="310896"/>
            <a:ext cx="937260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퀘스트 1. 동생 심부름 — 설정값 · Lead / Read</a:t>
            </a:r>
            <a:endParaRPr lang="en-US" sz="255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EDF10B80-F6A7-E701-AF54-1550733E940A}"/>
              </a:ext>
            </a:extLst>
          </p:cNvPr>
          <p:cNvSpPr/>
          <p:nvPr/>
        </p:nvSpPr>
        <p:spPr>
          <a:xfrm>
            <a:off x="530352" y="85039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도시 이동 · 물품 확보 · 일상 요구 누적</a:t>
            </a:r>
            <a:endParaRPr lang="en-US" sz="950" dirty="0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A2858F13-136A-9D0E-C233-F21095745717}"/>
              </a:ext>
            </a:extLst>
          </p:cNvPr>
          <p:cNvSpPr/>
          <p:nvPr/>
        </p:nvSpPr>
        <p:spPr>
          <a:xfrm>
            <a:off x="566928" y="1499616"/>
            <a:ext cx="38862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6E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</a:t>
            </a:r>
            <a:endParaRPr lang="en-US" sz="140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DB6DA294-2DE0-E864-B815-68FEB6A8F096}"/>
              </a:ext>
            </a:extLst>
          </p:cNvPr>
          <p:cNvSpPr/>
          <p:nvPr/>
        </p:nvSpPr>
        <p:spPr>
          <a:xfrm>
            <a:off x="4617720" y="1499616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F29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Quest Lead</a:t>
            </a:r>
            <a:endParaRPr lang="en-US" sz="140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3C80A50D-1E14-E56D-D11B-2A38EB8ADA2C}"/>
              </a:ext>
            </a:extLst>
          </p:cNvPr>
          <p:cNvSpPr/>
          <p:nvPr/>
        </p:nvSpPr>
        <p:spPr>
          <a:xfrm>
            <a:off x="8183880" y="1499616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4F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Quest Read</a:t>
            </a:r>
            <a:endParaRPr lang="en-US" sz="1400" dirty="0"/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FCCB35E4-01DB-B936-21B8-234FFB86ADA2}"/>
              </a:ext>
            </a:extLst>
          </p:cNvPr>
          <p:cNvSpPr/>
          <p:nvPr/>
        </p:nvSpPr>
        <p:spPr>
          <a:xfrm>
            <a:off x="530352" y="1810512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50D29767-EAD7-2912-3B1D-EA5A2FFECAF6}"/>
              </a:ext>
            </a:extLst>
          </p:cNvPr>
          <p:cNvSpPr/>
          <p:nvPr/>
        </p:nvSpPr>
        <p:spPr>
          <a:xfrm>
            <a:off x="566928" y="1975104"/>
            <a:ext cx="13258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대립 요소</a:t>
            </a:r>
            <a:endParaRPr lang="en-US" sz="800" dirty="0"/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F7B8164D-4BBE-0C52-6E83-9984C484AB45}"/>
              </a:ext>
            </a:extLst>
          </p:cNvPr>
          <p:cNvSpPr/>
          <p:nvPr/>
        </p:nvSpPr>
        <p:spPr>
          <a:xfrm>
            <a:off x="1984248" y="1975104"/>
            <a:ext cx="24231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동생의 일방적인 요구, 일상 속 반복 심부름</a:t>
            </a:r>
            <a:endParaRPr lang="en-US" sz="800" dirty="0"/>
          </a:p>
        </p:txBody>
      </p:sp>
      <p:sp>
        <p:nvSpPr>
          <p:cNvPr id="61" name="Shape 28">
            <a:extLst>
              <a:ext uri="{FF2B5EF4-FFF2-40B4-BE49-F238E27FC236}">
                <a16:creationId xmlns:a16="http://schemas.microsoft.com/office/drawing/2014/main" id="{D36D1F14-8005-C355-F560-EF7F022B2917}"/>
              </a:ext>
            </a:extLst>
          </p:cNvPr>
          <p:cNvSpPr/>
          <p:nvPr/>
        </p:nvSpPr>
        <p:spPr>
          <a:xfrm>
            <a:off x="566928" y="2688336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F4E9FD74-C6DE-638F-8288-CFC64006FDD3}"/>
              </a:ext>
            </a:extLst>
          </p:cNvPr>
          <p:cNvSpPr/>
          <p:nvPr/>
        </p:nvSpPr>
        <p:spPr>
          <a:xfrm>
            <a:off x="566928" y="2724912"/>
            <a:ext cx="13258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1</a:t>
            </a:r>
            <a:endParaRPr lang="en-US" sz="800" dirty="0"/>
          </a:p>
        </p:txBody>
      </p:sp>
      <p:sp>
        <p:nvSpPr>
          <p:cNvPr id="65" name="Text 30">
            <a:extLst>
              <a:ext uri="{FF2B5EF4-FFF2-40B4-BE49-F238E27FC236}">
                <a16:creationId xmlns:a16="http://schemas.microsoft.com/office/drawing/2014/main" id="{BC851F3A-B93E-D3E5-5352-9B760C60FF83}"/>
              </a:ext>
            </a:extLst>
          </p:cNvPr>
          <p:cNvSpPr/>
          <p:nvPr/>
        </p:nvSpPr>
        <p:spPr>
          <a:xfrm>
            <a:off x="1984248" y="2724912"/>
            <a:ext cx="24231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사소한 요구가 계속 누적되는 구조</a:t>
            </a:r>
            <a:endParaRPr lang="en-US" sz="800" dirty="0"/>
          </a:p>
        </p:txBody>
      </p:sp>
      <p:sp>
        <p:nvSpPr>
          <p:cNvPr id="67" name="Shape 31">
            <a:extLst>
              <a:ext uri="{FF2B5EF4-FFF2-40B4-BE49-F238E27FC236}">
                <a16:creationId xmlns:a16="http://schemas.microsoft.com/office/drawing/2014/main" id="{ADA53CA9-B613-EE1C-3C6D-2CEEFC5722CC}"/>
              </a:ext>
            </a:extLst>
          </p:cNvPr>
          <p:cNvSpPr/>
          <p:nvPr/>
        </p:nvSpPr>
        <p:spPr>
          <a:xfrm>
            <a:off x="566928" y="3438144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9990F32D-197F-834F-72D5-0668B53B3592}"/>
              </a:ext>
            </a:extLst>
          </p:cNvPr>
          <p:cNvSpPr/>
          <p:nvPr/>
        </p:nvSpPr>
        <p:spPr>
          <a:xfrm>
            <a:off x="566928" y="3474720"/>
            <a:ext cx="13258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2</a:t>
            </a:r>
            <a:endParaRPr lang="en-US" sz="800" dirty="0"/>
          </a:p>
        </p:txBody>
      </p:sp>
      <p:sp>
        <p:nvSpPr>
          <p:cNvPr id="71" name="Text 33">
            <a:extLst>
              <a:ext uri="{FF2B5EF4-FFF2-40B4-BE49-F238E27FC236}">
                <a16:creationId xmlns:a16="http://schemas.microsoft.com/office/drawing/2014/main" id="{B9680030-BE3D-C062-D3AE-ADE6C93D98D5}"/>
              </a:ext>
            </a:extLst>
          </p:cNvPr>
          <p:cNvSpPr/>
          <p:nvPr/>
        </p:nvSpPr>
        <p:spPr>
          <a:xfrm>
            <a:off x="1984248" y="3474720"/>
            <a:ext cx="24231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플레이어가 거절하기 어려운 가족 관계</a:t>
            </a:r>
            <a:endParaRPr lang="en-US" sz="800" dirty="0"/>
          </a:p>
        </p:txBody>
      </p:sp>
      <p:sp>
        <p:nvSpPr>
          <p:cNvPr id="73" name="Shape 34">
            <a:extLst>
              <a:ext uri="{FF2B5EF4-FFF2-40B4-BE49-F238E27FC236}">
                <a16:creationId xmlns:a16="http://schemas.microsoft.com/office/drawing/2014/main" id="{539D136D-8C60-DE90-4761-0B51B0D5864D}"/>
              </a:ext>
            </a:extLst>
          </p:cNvPr>
          <p:cNvSpPr/>
          <p:nvPr/>
        </p:nvSpPr>
        <p:spPr>
          <a:xfrm>
            <a:off x="566928" y="4187952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75" name="Text 35">
            <a:extLst>
              <a:ext uri="{FF2B5EF4-FFF2-40B4-BE49-F238E27FC236}">
                <a16:creationId xmlns:a16="http://schemas.microsoft.com/office/drawing/2014/main" id="{FD16BCFC-FDA1-482E-29B0-1465BB367B93}"/>
              </a:ext>
            </a:extLst>
          </p:cNvPr>
          <p:cNvSpPr/>
          <p:nvPr/>
        </p:nvSpPr>
        <p:spPr>
          <a:xfrm>
            <a:off x="566928" y="4224528"/>
            <a:ext cx="13258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3</a:t>
            </a:r>
            <a:endParaRPr lang="en-US" sz="800" dirty="0"/>
          </a:p>
        </p:txBody>
      </p:sp>
      <p:sp>
        <p:nvSpPr>
          <p:cNvPr id="77" name="Text 36">
            <a:extLst>
              <a:ext uri="{FF2B5EF4-FFF2-40B4-BE49-F238E27FC236}">
                <a16:creationId xmlns:a16="http://schemas.microsoft.com/office/drawing/2014/main" id="{54230617-3E52-81CF-D89B-91AA1D9DF677}"/>
              </a:ext>
            </a:extLst>
          </p:cNvPr>
          <p:cNvSpPr/>
          <p:nvPr/>
        </p:nvSpPr>
        <p:spPr>
          <a:xfrm>
            <a:off x="1984248" y="4224528"/>
            <a:ext cx="24231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평범한 도시 공간 속 소비 경쟁</a:t>
            </a:r>
            <a:endParaRPr lang="en-US" sz="800" dirty="0"/>
          </a:p>
        </p:txBody>
      </p:sp>
      <p:sp>
        <p:nvSpPr>
          <p:cNvPr id="79" name="Shape 37">
            <a:extLst>
              <a:ext uri="{FF2B5EF4-FFF2-40B4-BE49-F238E27FC236}">
                <a16:creationId xmlns:a16="http://schemas.microsoft.com/office/drawing/2014/main" id="{2A9D30FE-F164-B32E-EBFD-064AF3421FF4}"/>
              </a:ext>
            </a:extLst>
          </p:cNvPr>
          <p:cNvSpPr/>
          <p:nvPr/>
        </p:nvSpPr>
        <p:spPr>
          <a:xfrm>
            <a:off x="566928" y="4937760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81" name="Text 38">
            <a:extLst>
              <a:ext uri="{FF2B5EF4-FFF2-40B4-BE49-F238E27FC236}">
                <a16:creationId xmlns:a16="http://schemas.microsoft.com/office/drawing/2014/main" id="{C610EC85-2581-2A46-798A-7F9E81B4774C}"/>
              </a:ext>
            </a:extLst>
          </p:cNvPr>
          <p:cNvSpPr/>
          <p:nvPr/>
        </p:nvSpPr>
        <p:spPr>
          <a:xfrm>
            <a:off x="566928" y="4974336"/>
            <a:ext cx="13258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4</a:t>
            </a:r>
            <a:endParaRPr lang="en-US" sz="800" dirty="0"/>
          </a:p>
        </p:txBody>
      </p:sp>
      <p:sp>
        <p:nvSpPr>
          <p:cNvPr id="83" name="Text 39">
            <a:extLst>
              <a:ext uri="{FF2B5EF4-FFF2-40B4-BE49-F238E27FC236}">
                <a16:creationId xmlns:a16="http://schemas.microsoft.com/office/drawing/2014/main" id="{7CBA8301-08D5-A575-6545-3C1BC780305C}"/>
              </a:ext>
            </a:extLst>
          </p:cNvPr>
          <p:cNvSpPr/>
          <p:nvPr/>
        </p:nvSpPr>
        <p:spPr>
          <a:xfrm>
            <a:off x="1984248" y="4974336"/>
            <a:ext cx="24231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 발생 전의 안전하고 일상적인 분위기</a:t>
            </a:r>
            <a:endParaRPr lang="en-US" sz="800" dirty="0"/>
          </a:p>
        </p:txBody>
      </p:sp>
      <p:sp>
        <p:nvSpPr>
          <p:cNvPr id="85" name="Text 40">
            <a:extLst>
              <a:ext uri="{FF2B5EF4-FFF2-40B4-BE49-F238E27FC236}">
                <a16:creationId xmlns:a16="http://schemas.microsoft.com/office/drawing/2014/main" id="{CA786B4E-E9B9-1B39-9B80-0220D09D2673}"/>
              </a:ext>
            </a:extLst>
          </p:cNvPr>
          <p:cNvSpPr/>
          <p:nvPr/>
        </p:nvSpPr>
        <p:spPr>
          <a:xfrm>
            <a:off x="4617720" y="1975104"/>
            <a:ext cx="3108960" cy="9006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알바 방송으로 편의점 재입고 상황 안내</a:t>
            </a:r>
            <a:endParaRPr lang="en-US" sz="800" dirty="0"/>
          </a:p>
        </p:txBody>
      </p:sp>
      <p:sp>
        <p:nvSpPr>
          <p:cNvPr id="87" name="Text 41">
            <a:extLst>
              <a:ext uri="{FF2B5EF4-FFF2-40B4-BE49-F238E27FC236}">
                <a16:creationId xmlns:a16="http://schemas.microsoft.com/office/drawing/2014/main" id="{3347D541-F17E-44D1-FC0C-21C9F1147455}"/>
              </a:ext>
            </a:extLst>
          </p:cNvPr>
          <p:cNvSpPr/>
          <p:nvPr/>
        </p:nvSpPr>
        <p:spPr>
          <a:xfrm>
            <a:off x="8183880" y="1975104"/>
            <a:ext cx="3337560" cy="9006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신상 과자를 둘러싼 군중 심리 파악</a:t>
            </a:r>
            <a:endParaRPr lang="en-US" sz="800" dirty="0"/>
          </a:p>
        </p:txBody>
      </p:sp>
      <p:sp>
        <p:nvSpPr>
          <p:cNvPr id="89" name="Shape 42">
            <a:extLst>
              <a:ext uri="{FF2B5EF4-FFF2-40B4-BE49-F238E27FC236}">
                <a16:creationId xmlns:a16="http://schemas.microsoft.com/office/drawing/2014/main" id="{0F139E17-E82B-1A4A-AF6F-F5FD0ED71536}"/>
              </a:ext>
            </a:extLst>
          </p:cNvPr>
          <p:cNvSpPr/>
          <p:nvPr/>
        </p:nvSpPr>
        <p:spPr>
          <a:xfrm>
            <a:off x="4617720" y="2875788"/>
            <a:ext cx="31089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91" name="Shape 43">
            <a:extLst>
              <a:ext uri="{FF2B5EF4-FFF2-40B4-BE49-F238E27FC236}">
                <a16:creationId xmlns:a16="http://schemas.microsoft.com/office/drawing/2014/main" id="{BB29595E-811D-C639-D2CC-E9488E4E0763}"/>
              </a:ext>
            </a:extLst>
          </p:cNvPr>
          <p:cNvSpPr/>
          <p:nvPr/>
        </p:nvSpPr>
        <p:spPr>
          <a:xfrm>
            <a:off x="8183880" y="2875788"/>
            <a:ext cx="33375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93" name="Text 44">
            <a:extLst>
              <a:ext uri="{FF2B5EF4-FFF2-40B4-BE49-F238E27FC236}">
                <a16:creationId xmlns:a16="http://schemas.microsoft.com/office/drawing/2014/main" id="{2FCC315E-7BEC-8C1E-9447-7617C9AAE568}"/>
              </a:ext>
            </a:extLst>
          </p:cNvPr>
          <p:cNvSpPr/>
          <p:nvPr/>
        </p:nvSpPr>
        <p:spPr>
          <a:xfrm>
            <a:off x="4617720" y="2912364"/>
            <a:ext cx="3108960" cy="9006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다이소 구매 후 배송 트럭 등장</a:t>
            </a:r>
            <a:endParaRPr lang="en-US" sz="800" dirty="0"/>
          </a:p>
        </p:txBody>
      </p:sp>
      <p:sp>
        <p:nvSpPr>
          <p:cNvPr id="95" name="Text 45">
            <a:extLst>
              <a:ext uri="{FF2B5EF4-FFF2-40B4-BE49-F238E27FC236}">
                <a16:creationId xmlns:a16="http://schemas.microsoft.com/office/drawing/2014/main" id="{65849CA5-56DC-FB9B-3228-F9068B785862}"/>
              </a:ext>
            </a:extLst>
          </p:cNvPr>
          <p:cNvSpPr/>
          <p:nvPr/>
        </p:nvSpPr>
        <p:spPr>
          <a:xfrm>
            <a:off x="8183880" y="2912364"/>
            <a:ext cx="3337560" cy="9006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플레이어 행동이 다음 사건을 여는 구조 인식</a:t>
            </a:r>
            <a:endParaRPr lang="en-US" sz="800" dirty="0"/>
          </a:p>
        </p:txBody>
      </p:sp>
      <p:sp>
        <p:nvSpPr>
          <p:cNvPr id="97" name="Shape 46">
            <a:extLst>
              <a:ext uri="{FF2B5EF4-FFF2-40B4-BE49-F238E27FC236}">
                <a16:creationId xmlns:a16="http://schemas.microsoft.com/office/drawing/2014/main" id="{65417BB0-2131-107B-BA50-A0EE6FB74668}"/>
              </a:ext>
            </a:extLst>
          </p:cNvPr>
          <p:cNvSpPr/>
          <p:nvPr/>
        </p:nvSpPr>
        <p:spPr>
          <a:xfrm>
            <a:off x="4617720" y="3813048"/>
            <a:ext cx="31089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99" name="Shape 47">
            <a:extLst>
              <a:ext uri="{FF2B5EF4-FFF2-40B4-BE49-F238E27FC236}">
                <a16:creationId xmlns:a16="http://schemas.microsoft.com/office/drawing/2014/main" id="{8DD0D116-C8BE-91F6-DECE-7C4959560CB5}"/>
              </a:ext>
            </a:extLst>
          </p:cNvPr>
          <p:cNvSpPr/>
          <p:nvPr/>
        </p:nvSpPr>
        <p:spPr>
          <a:xfrm>
            <a:off x="8183880" y="3813048"/>
            <a:ext cx="33375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01" name="Text 48">
            <a:extLst>
              <a:ext uri="{FF2B5EF4-FFF2-40B4-BE49-F238E27FC236}">
                <a16:creationId xmlns:a16="http://schemas.microsoft.com/office/drawing/2014/main" id="{1EA2CB4B-B4CA-2429-87C4-E7D29ADCDF17}"/>
              </a:ext>
            </a:extLst>
          </p:cNvPr>
          <p:cNvSpPr/>
          <p:nvPr/>
        </p:nvSpPr>
        <p:spPr>
          <a:xfrm>
            <a:off x="4617720" y="3849624"/>
            <a:ext cx="3108960" cy="9006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NPC 대사로 편의점 이동 방향 유도</a:t>
            </a:r>
            <a:endParaRPr lang="en-US" sz="800" dirty="0"/>
          </a:p>
        </p:txBody>
      </p:sp>
      <p:sp>
        <p:nvSpPr>
          <p:cNvPr id="103" name="Text 49">
            <a:extLst>
              <a:ext uri="{FF2B5EF4-FFF2-40B4-BE49-F238E27FC236}">
                <a16:creationId xmlns:a16="http://schemas.microsoft.com/office/drawing/2014/main" id="{A10856A0-732E-EC14-D845-38D6EDEDFE85}"/>
              </a:ext>
            </a:extLst>
          </p:cNvPr>
          <p:cNvSpPr/>
          <p:nvPr/>
        </p:nvSpPr>
        <p:spPr>
          <a:xfrm>
            <a:off x="8183880" y="3849624"/>
            <a:ext cx="3337560" cy="9006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일상적 심부름이 플레이어의 피로로 누적됨</a:t>
            </a:r>
            <a:endParaRPr lang="en-US" sz="800" dirty="0"/>
          </a:p>
        </p:txBody>
      </p:sp>
      <p:sp>
        <p:nvSpPr>
          <p:cNvPr id="105" name="Shape 50">
            <a:extLst>
              <a:ext uri="{FF2B5EF4-FFF2-40B4-BE49-F238E27FC236}">
                <a16:creationId xmlns:a16="http://schemas.microsoft.com/office/drawing/2014/main" id="{8C794770-F5BB-14B2-828D-956CFEEFA7CE}"/>
              </a:ext>
            </a:extLst>
          </p:cNvPr>
          <p:cNvSpPr/>
          <p:nvPr/>
        </p:nvSpPr>
        <p:spPr>
          <a:xfrm>
            <a:off x="4617720" y="4750308"/>
            <a:ext cx="31089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07" name="Shape 51">
            <a:extLst>
              <a:ext uri="{FF2B5EF4-FFF2-40B4-BE49-F238E27FC236}">
                <a16:creationId xmlns:a16="http://schemas.microsoft.com/office/drawing/2014/main" id="{17942D18-89D1-17DE-7C3E-93518577D268}"/>
              </a:ext>
            </a:extLst>
          </p:cNvPr>
          <p:cNvSpPr/>
          <p:nvPr/>
        </p:nvSpPr>
        <p:spPr>
          <a:xfrm>
            <a:off x="8183880" y="4750308"/>
            <a:ext cx="33375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09" name="Text 52">
            <a:extLst>
              <a:ext uri="{FF2B5EF4-FFF2-40B4-BE49-F238E27FC236}">
                <a16:creationId xmlns:a16="http://schemas.microsoft.com/office/drawing/2014/main" id="{85C4E65D-8A5A-D80C-9B46-6E13C2E02551}"/>
              </a:ext>
            </a:extLst>
          </p:cNvPr>
          <p:cNvSpPr/>
          <p:nvPr/>
        </p:nvSpPr>
        <p:spPr>
          <a:xfrm>
            <a:off x="4617720" y="4786884"/>
            <a:ext cx="3108960" cy="9006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회색 후드 NPC 반복 배치</a:t>
            </a:r>
            <a:endParaRPr lang="en-US" sz="800" dirty="0"/>
          </a:p>
        </p:txBody>
      </p:sp>
      <p:sp>
        <p:nvSpPr>
          <p:cNvPr id="111" name="Text 53">
            <a:extLst>
              <a:ext uri="{FF2B5EF4-FFF2-40B4-BE49-F238E27FC236}">
                <a16:creationId xmlns:a16="http://schemas.microsoft.com/office/drawing/2014/main" id="{5C2EDB76-F55C-FBFA-E4A5-5C059A1026F9}"/>
              </a:ext>
            </a:extLst>
          </p:cNvPr>
          <p:cNvSpPr/>
          <p:nvPr/>
        </p:nvSpPr>
        <p:spPr>
          <a:xfrm>
            <a:off x="8183880" y="4786884"/>
            <a:ext cx="3337560" cy="9006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중고거래 대상 판별 규칙 파악</a:t>
            </a:r>
            <a:endParaRPr lang="en-US" sz="800" dirty="0"/>
          </a:p>
        </p:txBody>
      </p:sp>
      <p:sp>
        <p:nvSpPr>
          <p:cNvPr id="113" name="Shape 54">
            <a:extLst>
              <a:ext uri="{FF2B5EF4-FFF2-40B4-BE49-F238E27FC236}">
                <a16:creationId xmlns:a16="http://schemas.microsoft.com/office/drawing/2014/main" id="{44645692-F94E-346A-177D-C0C537D1D330}"/>
              </a:ext>
            </a:extLst>
          </p:cNvPr>
          <p:cNvSpPr/>
          <p:nvPr/>
        </p:nvSpPr>
        <p:spPr>
          <a:xfrm>
            <a:off x="4434840" y="1847088"/>
            <a:ext cx="0" cy="3803904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15" name="Shape 55">
            <a:extLst>
              <a:ext uri="{FF2B5EF4-FFF2-40B4-BE49-F238E27FC236}">
                <a16:creationId xmlns:a16="http://schemas.microsoft.com/office/drawing/2014/main" id="{1F2F95F6-DBFB-05C1-F1BD-F4001968E46B}"/>
              </a:ext>
            </a:extLst>
          </p:cNvPr>
          <p:cNvSpPr/>
          <p:nvPr/>
        </p:nvSpPr>
        <p:spPr>
          <a:xfrm>
            <a:off x="8001000" y="1847088"/>
            <a:ext cx="0" cy="3803904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17" name="Text 56">
            <a:extLst>
              <a:ext uri="{FF2B5EF4-FFF2-40B4-BE49-F238E27FC236}">
                <a16:creationId xmlns:a16="http://schemas.microsoft.com/office/drawing/2014/main" id="{2154E189-02A3-9B96-E676-461544F0EFF8}"/>
              </a:ext>
            </a:extLst>
          </p:cNvPr>
          <p:cNvSpPr/>
          <p:nvPr/>
        </p:nvSpPr>
        <p:spPr>
          <a:xfrm>
            <a:off x="530352" y="1078992"/>
            <a:ext cx="11109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일상적 심부름을 연쇄형 목표로 구성하여, 플레이어가 사소한 요구의 누적과 피로를 직접 </a:t>
            </a:r>
            <a:r>
              <a:rPr lang="en-US" sz="910" b="1" dirty="0" err="1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경험하도록</a:t>
            </a:r>
            <a:r>
              <a:rPr lang="en-US" sz="91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910" b="1" dirty="0" err="1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</a:t>
            </a:r>
            <a:endParaRPr lang="en-US" sz="910" dirty="0"/>
          </a:p>
        </p:txBody>
      </p:sp>
    </p:spTree>
    <p:extLst>
      <p:ext uri="{BB962C8B-B14F-4D97-AF65-F5344CB8AC3E}">
        <p14:creationId xmlns:p14="http://schemas.microsoft.com/office/powerpoint/2010/main" val="3393434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528377-C57B-47FA-EBEE-5A746E247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18">
            <a:extLst>
              <a:ext uri="{FF2B5EF4-FFF2-40B4-BE49-F238E27FC236}">
                <a16:creationId xmlns:a16="http://schemas.microsoft.com/office/drawing/2014/main" id="{9EA781BB-0925-8F29-4780-376CC2654722}"/>
              </a:ext>
            </a:extLst>
          </p:cNvPr>
          <p:cNvSpPr/>
          <p:nvPr/>
        </p:nvSpPr>
        <p:spPr>
          <a:xfrm>
            <a:off x="502920" y="636422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A93B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수거 · 분리수거 · 첫 균열 전조</a:t>
            </a:r>
            <a:endParaRPr lang="en-US" sz="75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AB4CA77F-D0DC-9046-43B5-7EC9DF65BFC2}"/>
              </a:ext>
            </a:extLst>
          </p:cNvPr>
          <p:cNvSpPr/>
          <p:nvPr/>
        </p:nvSpPr>
        <p:spPr>
          <a:xfrm>
            <a:off x="502920" y="310896"/>
            <a:ext cx="937260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퀘스트 2. 공원 청소 — 이벤트 &amp; 트리거</a:t>
            </a:r>
            <a:endParaRPr lang="en-US" sz="255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303120E7-7FA6-0A2C-FD9C-E2FB8F5F8CA1}"/>
              </a:ext>
            </a:extLst>
          </p:cNvPr>
          <p:cNvSpPr/>
          <p:nvPr/>
        </p:nvSpPr>
        <p:spPr>
          <a:xfrm>
            <a:off x="530352" y="85039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수거 · 분리수거 · 첫 균열 전조</a:t>
            </a:r>
            <a:endParaRPr lang="en-US" sz="95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0082319D-CDBF-A8AA-207C-368E7A26642D}"/>
              </a:ext>
            </a:extLst>
          </p:cNvPr>
          <p:cNvSpPr/>
          <p:nvPr/>
        </p:nvSpPr>
        <p:spPr>
          <a:xfrm>
            <a:off x="530352" y="1499616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No.</a:t>
            </a:r>
            <a:endParaRPr lang="en-US" sz="105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C48F5D14-B149-E1A6-912E-0458C0E6FDC0}"/>
              </a:ext>
            </a:extLst>
          </p:cNvPr>
          <p:cNvSpPr/>
          <p:nvPr/>
        </p:nvSpPr>
        <p:spPr>
          <a:xfrm>
            <a:off x="1170432" y="1499616"/>
            <a:ext cx="4617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6E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트리거</a:t>
            </a:r>
            <a:endParaRPr lang="en-US" sz="125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28A54C4D-F2C3-1580-8FD1-03E1111CF22D}"/>
              </a:ext>
            </a:extLst>
          </p:cNvPr>
          <p:cNvSpPr/>
          <p:nvPr/>
        </p:nvSpPr>
        <p:spPr>
          <a:xfrm>
            <a:off x="6016752" y="1499616"/>
            <a:ext cx="5577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4F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이벤트</a:t>
            </a:r>
            <a:endParaRPr lang="en-US" sz="1250" dirty="0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DAA10ED1-7CAB-0C29-8CC5-8DA1DD0FCCBA}"/>
              </a:ext>
            </a:extLst>
          </p:cNvPr>
          <p:cNvSpPr/>
          <p:nvPr/>
        </p:nvSpPr>
        <p:spPr>
          <a:xfrm>
            <a:off x="530352" y="1819656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9F4ED230-F80E-072A-9AC6-22B4E8BCA43C}"/>
              </a:ext>
            </a:extLst>
          </p:cNvPr>
          <p:cNvSpPr/>
          <p:nvPr/>
        </p:nvSpPr>
        <p:spPr>
          <a:xfrm>
            <a:off x="530352" y="1965960"/>
            <a:ext cx="502920" cy="661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920" dirty="0"/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9D9B7F1B-734C-8582-FCE1-00899ABA30D6}"/>
              </a:ext>
            </a:extLst>
          </p:cNvPr>
          <p:cNvSpPr/>
          <p:nvPr/>
        </p:nvSpPr>
        <p:spPr>
          <a:xfrm>
            <a:off x="1170432" y="1956816"/>
            <a:ext cx="457200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축제 종료 후 공원 진입</a:t>
            </a:r>
            <a:endParaRPr lang="en-US" sz="1090" dirty="0"/>
          </a:p>
        </p:txBody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821DFE9B-C73C-18CA-5BA2-060EF75E7135}"/>
              </a:ext>
            </a:extLst>
          </p:cNvPr>
          <p:cNvSpPr/>
          <p:nvPr/>
        </p:nvSpPr>
        <p:spPr>
          <a:xfrm>
            <a:off x="6016752" y="1956816"/>
            <a:ext cx="562356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쓰레기 오브젝트 대량 배치</a:t>
            </a:r>
            <a:endParaRPr lang="en-US" sz="1090" dirty="0"/>
          </a:p>
        </p:txBody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972EADEA-9E21-28BF-BD45-7517CF7B0524}"/>
              </a:ext>
            </a:extLst>
          </p:cNvPr>
          <p:cNvSpPr/>
          <p:nvPr/>
        </p:nvSpPr>
        <p:spPr>
          <a:xfrm>
            <a:off x="530352" y="263652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98E327C3-E203-05E1-4976-5DEA8418D838}"/>
              </a:ext>
            </a:extLst>
          </p:cNvPr>
          <p:cNvSpPr/>
          <p:nvPr/>
        </p:nvSpPr>
        <p:spPr>
          <a:xfrm>
            <a:off x="530352" y="2682240"/>
            <a:ext cx="502920" cy="661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920" dirty="0"/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BCD72A57-9F2C-2B24-367F-7E5F9414963C}"/>
              </a:ext>
            </a:extLst>
          </p:cNvPr>
          <p:cNvSpPr/>
          <p:nvPr/>
        </p:nvSpPr>
        <p:spPr>
          <a:xfrm>
            <a:off x="1170432" y="2673096"/>
            <a:ext cx="457200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쓰레기 오브젝트 상호작용</a:t>
            </a:r>
            <a:endParaRPr lang="en-US" sz="1090" dirty="0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0D8D5D39-620B-48E8-40F5-AD282C40C207}"/>
              </a:ext>
            </a:extLst>
          </p:cNvPr>
          <p:cNvSpPr/>
          <p:nvPr/>
        </p:nvSpPr>
        <p:spPr>
          <a:xfrm>
            <a:off x="6016752" y="2673096"/>
            <a:ext cx="562356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수거 및 분리수거 미니게임 진행</a:t>
            </a:r>
            <a:endParaRPr lang="en-US" sz="1090" dirty="0"/>
          </a:p>
        </p:txBody>
      </p:sp>
      <p:sp>
        <p:nvSpPr>
          <p:cNvPr id="69" name="Shape 33">
            <a:extLst>
              <a:ext uri="{FF2B5EF4-FFF2-40B4-BE49-F238E27FC236}">
                <a16:creationId xmlns:a16="http://schemas.microsoft.com/office/drawing/2014/main" id="{B6D49035-C6FD-5B84-046C-3B1B42220153}"/>
              </a:ext>
            </a:extLst>
          </p:cNvPr>
          <p:cNvSpPr/>
          <p:nvPr/>
        </p:nvSpPr>
        <p:spPr>
          <a:xfrm>
            <a:off x="530352" y="335280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71" name="Text 34">
            <a:extLst>
              <a:ext uri="{FF2B5EF4-FFF2-40B4-BE49-F238E27FC236}">
                <a16:creationId xmlns:a16="http://schemas.microsoft.com/office/drawing/2014/main" id="{AE7EA536-724E-96FD-EA19-48E5A4BE53B5}"/>
              </a:ext>
            </a:extLst>
          </p:cNvPr>
          <p:cNvSpPr/>
          <p:nvPr/>
        </p:nvSpPr>
        <p:spPr>
          <a:xfrm>
            <a:off x="530352" y="3398520"/>
            <a:ext cx="502920" cy="661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920" dirty="0"/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39E8D474-46AC-4662-D7B3-20423BDA7516}"/>
              </a:ext>
            </a:extLst>
          </p:cNvPr>
          <p:cNvSpPr/>
          <p:nvPr/>
        </p:nvSpPr>
        <p:spPr>
          <a:xfrm>
            <a:off x="1170432" y="3389376"/>
            <a:ext cx="457200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일정량 이상 쓰레기 수거</a:t>
            </a:r>
            <a:endParaRPr lang="en-US" sz="1090" dirty="0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15F46487-7616-5AF8-BEBB-1EDE9A37A6BE}"/>
              </a:ext>
            </a:extLst>
          </p:cNvPr>
          <p:cNvSpPr/>
          <p:nvPr/>
        </p:nvSpPr>
        <p:spPr>
          <a:xfrm>
            <a:off x="6016752" y="3389376"/>
            <a:ext cx="562356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NPC의 추가 투기 이벤트 발생</a:t>
            </a:r>
            <a:endParaRPr lang="en-US" sz="1090" dirty="0"/>
          </a:p>
        </p:txBody>
      </p:sp>
      <p:sp>
        <p:nvSpPr>
          <p:cNvPr id="77" name="Shape 37">
            <a:extLst>
              <a:ext uri="{FF2B5EF4-FFF2-40B4-BE49-F238E27FC236}">
                <a16:creationId xmlns:a16="http://schemas.microsoft.com/office/drawing/2014/main" id="{56533BAC-CB89-C80D-DDEF-FED73310499B}"/>
              </a:ext>
            </a:extLst>
          </p:cNvPr>
          <p:cNvSpPr/>
          <p:nvPr/>
        </p:nvSpPr>
        <p:spPr>
          <a:xfrm>
            <a:off x="530352" y="406908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DF7E9B3F-2B5E-E09E-90C7-36DD11331659}"/>
              </a:ext>
            </a:extLst>
          </p:cNvPr>
          <p:cNvSpPr/>
          <p:nvPr/>
        </p:nvSpPr>
        <p:spPr>
          <a:xfrm>
            <a:off x="530352" y="4114800"/>
            <a:ext cx="502920" cy="661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920" dirty="0"/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FAFF7AA9-57D2-9E61-4B6D-0F7081AD0CD1}"/>
              </a:ext>
            </a:extLst>
          </p:cNvPr>
          <p:cNvSpPr/>
          <p:nvPr/>
        </p:nvSpPr>
        <p:spPr>
          <a:xfrm>
            <a:off x="1170432" y="4105656"/>
            <a:ext cx="457200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청소 진행도 상승</a:t>
            </a:r>
            <a:endParaRPr lang="en-US" sz="109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56E29593-94A0-3040-CE37-C770C45A65CC}"/>
              </a:ext>
            </a:extLst>
          </p:cNvPr>
          <p:cNvSpPr/>
          <p:nvPr/>
        </p:nvSpPr>
        <p:spPr>
          <a:xfrm>
            <a:off x="6016752" y="4105656"/>
            <a:ext cx="562356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주변 NPC 반응 변화, 플레이어 피로감 강화</a:t>
            </a:r>
            <a:endParaRPr lang="en-US" sz="1090" dirty="0"/>
          </a:p>
        </p:txBody>
      </p:sp>
      <p:sp>
        <p:nvSpPr>
          <p:cNvPr id="85" name="Shape 41">
            <a:extLst>
              <a:ext uri="{FF2B5EF4-FFF2-40B4-BE49-F238E27FC236}">
                <a16:creationId xmlns:a16="http://schemas.microsoft.com/office/drawing/2014/main" id="{804CCB4C-183D-5B05-C991-BFECB86C2FF5}"/>
              </a:ext>
            </a:extLst>
          </p:cNvPr>
          <p:cNvSpPr/>
          <p:nvPr/>
        </p:nvSpPr>
        <p:spPr>
          <a:xfrm>
            <a:off x="530352" y="478536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02FBAD30-EE24-B3C4-4589-C528320D1C55}"/>
              </a:ext>
            </a:extLst>
          </p:cNvPr>
          <p:cNvSpPr/>
          <p:nvPr/>
        </p:nvSpPr>
        <p:spPr>
          <a:xfrm>
            <a:off x="530352" y="4831080"/>
            <a:ext cx="502920" cy="661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920" dirty="0"/>
          </a:p>
        </p:txBody>
      </p:sp>
      <p:sp>
        <p:nvSpPr>
          <p:cNvPr id="89" name="Text 43">
            <a:extLst>
              <a:ext uri="{FF2B5EF4-FFF2-40B4-BE49-F238E27FC236}">
                <a16:creationId xmlns:a16="http://schemas.microsoft.com/office/drawing/2014/main" id="{3777BE76-8CDB-87D6-1326-C917571E6F8A}"/>
              </a:ext>
            </a:extLst>
          </p:cNvPr>
          <p:cNvSpPr/>
          <p:nvPr/>
        </p:nvSpPr>
        <p:spPr>
          <a:xfrm>
            <a:off x="1170432" y="4821936"/>
            <a:ext cx="457200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청소 완료 지점 도달</a:t>
            </a:r>
            <a:endParaRPr lang="en-US" sz="1090" dirty="0"/>
          </a:p>
        </p:txBody>
      </p:sp>
      <p:sp>
        <p:nvSpPr>
          <p:cNvPr id="91" name="Text 44">
            <a:extLst>
              <a:ext uri="{FF2B5EF4-FFF2-40B4-BE49-F238E27FC236}">
                <a16:creationId xmlns:a16="http://schemas.microsoft.com/office/drawing/2014/main" id="{499962A2-1A84-AD4A-320A-FFA8495B4F08}"/>
              </a:ext>
            </a:extLst>
          </p:cNvPr>
          <p:cNvSpPr/>
          <p:nvPr/>
        </p:nvSpPr>
        <p:spPr>
          <a:xfrm>
            <a:off x="6016752" y="4821936"/>
            <a:ext cx="562356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하늘이 어두워지고 첫 균열 등장</a:t>
            </a:r>
            <a:endParaRPr lang="en-US" sz="1090" dirty="0"/>
          </a:p>
        </p:txBody>
      </p:sp>
      <p:sp>
        <p:nvSpPr>
          <p:cNvPr id="93" name="Shape 45">
            <a:extLst>
              <a:ext uri="{FF2B5EF4-FFF2-40B4-BE49-F238E27FC236}">
                <a16:creationId xmlns:a16="http://schemas.microsoft.com/office/drawing/2014/main" id="{7BDC11F8-7679-0E6C-9529-7BEE8ED3CCD4}"/>
              </a:ext>
            </a:extLst>
          </p:cNvPr>
          <p:cNvSpPr/>
          <p:nvPr/>
        </p:nvSpPr>
        <p:spPr>
          <a:xfrm>
            <a:off x="530352" y="550164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95" name="Text 46">
            <a:extLst>
              <a:ext uri="{FF2B5EF4-FFF2-40B4-BE49-F238E27FC236}">
                <a16:creationId xmlns:a16="http://schemas.microsoft.com/office/drawing/2014/main" id="{04FCD982-BD6D-C4CE-8762-569AE2A987A6}"/>
              </a:ext>
            </a:extLst>
          </p:cNvPr>
          <p:cNvSpPr/>
          <p:nvPr/>
        </p:nvSpPr>
        <p:spPr>
          <a:xfrm>
            <a:off x="530352" y="5547360"/>
            <a:ext cx="502920" cy="661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920" dirty="0"/>
          </a:p>
        </p:txBody>
      </p:sp>
      <p:sp>
        <p:nvSpPr>
          <p:cNvPr id="97" name="Text 47">
            <a:extLst>
              <a:ext uri="{FF2B5EF4-FFF2-40B4-BE49-F238E27FC236}">
                <a16:creationId xmlns:a16="http://schemas.microsoft.com/office/drawing/2014/main" id="{939AD3E9-3822-1770-086C-CB13D78D96C8}"/>
              </a:ext>
            </a:extLst>
          </p:cNvPr>
          <p:cNvSpPr/>
          <p:nvPr/>
        </p:nvSpPr>
        <p:spPr>
          <a:xfrm>
            <a:off x="1170432" y="5538216"/>
            <a:ext cx="457200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 컷씬 종료</a:t>
            </a:r>
            <a:endParaRPr lang="en-US" sz="1090" dirty="0"/>
          </a:p>
        </p:txBody>
      </p:sp>
      <p:sp>
        <p:nvSpPr>
          <p:cNvPr id="99" name="Text 48">
            <a:extLst>
              <a:ext uri="{FF2B5EF4-FFF2-40B4-BE49-F238E27FC236}">
                <a16:creationId xmlns:a16="http://schemas.microsoft.com/office/drawing/2014/main" id="{627AE49E-A6F0-4892-E905-17AC8075B528}"/>
              </a:ext>
            </a:extLst>
          </p:cNvPr>
          <p:cNvSpPr/>
          <p:nvPr/>
        </p:nvSpPr>
        <p:spPr>
          <a:xfrm>
            <a:off x="6016752" y="5538216"/>
            <a:ext cx="5623560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퀘스트로 이어지는 재난 상황 발생</a:t>
            </a:r>
            <a:endParaRPr lang="en-US" sz="1090" dirty="0"/>
          </a:p>
        </p:txBody>
      </p:sp>
      <p:sp>
        <p:nvSpPr>
          <p:cNvPr id="101" name="Text 49">
            <a:extLst>
              <a:ext uri="{FF2B5EF4-FFF2-40B4-BE49-F238E27FC236}">
                <a16:creationId xmlns:a16="http://schemas.microsoft.com/office/drawing/2014/main" id="{21B58310-9843-5F63-1374-9504834B560E}"/>
              </a:ext>
            </a:extLst>
          </p:cNvPr>
          <p:cNvSpPr/>
          <p:nvPr/>
        </p:nvSpPr>
        <p:spPr>
          <a:xfrm>
            <a:off x="530352" y="1078992"/>
            <a:ext cx="11109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 청소와 NPC의 추가 투기를 통해, 선의가 보상받지 못하고 소모되는 구조를 플레이로 </a:t>
            </a:r>
            <a:r>
              <a:rPr lang="en-US" sz="910" b="1" dirty="0" err="1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체감시키는</a:t>
            </a:r>
            <a:r>
              <a:rPr lang="en-US" sz="91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910" b="1" dirty="0" err="1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퀘스트</a:t>
            </a:r>
            <a:endParaRPr lang="en-US" sz="910" dirty="0"/>
          </a:p>
        </p:txBody>
      </p:sp>
    </p:spTree>
    <p:extLst>
      <p:ext uri="{BB962C8B-B14F-4D97-AF65-F5344CB8AC3E}">
        <p14:creationId xmlns:p14="http://schemas.microsoft.com/office/powerpoint/2010/main" val="2237421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0F57E5-8E9B-5854-4F8C-D0D372500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18">
            <a:extLst>
              <a:ext uri="{FF2B5EF4-FFF2-40B4-BE49-F238E27FC236}">
                <a16:creationId xmlns:a16="http://schemas.microsoft.com/office/drawing/2014/main" id="{E4FFEDA6-A7BB-78B8-4AD5-8221427BD4D5}"/>
              </a:ext>
            </a:extLst>
          </p:cNvPr>
          <p:cNvSpPr/>
          <p:nvPr/>
        </p:nvSpPr>
        <p:spPr>
          <a:xfrm>
            <a:off x="502920" y="636422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A93B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수거 · 분리수거 · 첫 균열 전조</a:t>
            </a:r>
            <a:endParaRPr lang="en-US" sz="75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B02B3122-84B7-94E0-9208-E20CC12C9AD9}"/>
              </a:ext>
            </a:extLst>
          </p:cNvPr>
          <p:cNvSpPr/>
          <p:nvPr/>
        </p:nvSpPr>
        <p:spPr>
          <a:xfrm>
            <a:off x="502920" y="310896"/>
            <a:ext cx="937260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퀘스트 2. 공원 청소 — 설정값 · Lead / Read</a:t>
            </a:r>
            <a:endParaRPr lang="en-US" sz="255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0101A948-AF68-E71C-ECB2-AC0795DEA315}"/>
              </a:ext>
            </a:extLst>
          </p:cNvPr>
          <p:cNvSpPr/>
          <p:nvPr/>
        </p:nvSpPr>
        <p:spPr>
          <a:xfrm>
            <a:off x="530352" y="85039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수거 · 분리수거 · 첫 균열 전조</a:t>
            </a:r>
            <a:endParaRPr lang="en-US" sz="95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4222FA18-AA09-D3C7-BF73-6440F9B8F270}"/>
              </a:ext>
            </a:extLst>
          </p:cNvPr>
          <p:cNvSpPr/>
          <p:nvPr/>
        </p:nvSpPr>
        <p:spPr>
          <a:xfrm>
            <a:off x="566928" y="1499616"/>
            <a:ext cx="38862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6E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</a:t>
            </a:r>
            <a:endParaRPr lang="en-US" sz="140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3D58DD70-CEDC-2B94-D6CA-481C18557701}"/>
              </a:ext>
            </a:extLst>
          </p:cNvPr>
          <p:cNvSpPr/>
          <p:nvPr/>
        </p:nvSpPr>
        <p:spPr>
          <a:xfrm>
            <a:off x="4617720" y="1499616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F29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Quest Lead</a:t>
            </a:r>
            <a:endParaRPr lang="en-US" sz="140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D5B94026-A887-3B31-A373-320CFA3B1377}"/>
              </a:ext>
            </a:extLst>
          </p:cNvPr>
          <p:cNvSpPr/>
          <p:nvPr/>
        </p:nvSpPr>
        <p:spPr>
          <a:xfrm>
            <a:off x="8183880" y="1499616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4F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Quest Read</a:t>
            </a:r>
            <a:endParaRPr lang="en-US" sz="1400" dirty="0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9B253C1A-225F-7E68-5B6A-34EABD336448}"/>
              </a:ext>
            </a:extLst>
          </p:cNvPr>
          <p:cNvSpPr/>
          <p:nvPr/>
        </p:nvSpPr>
        <p:spPr>
          <a:xfrm>
            <a:off x="530352" y="1810512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996A4C53-D862-E62A-D8E0-48320BAF68C2}"/>
              </a:ext>
            </a:extLst>
          </p:cNvPr>
          <p:cNvSpPr/>
          <p:nvPr/>
        </p:nvSpPr>
        <p:spPr>
          <a:xfrm>
            <a:off x="566928" y="1975104"/>
            <a:ext cx="13258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대립 요소</a:t>
            </a:r>
            <a:endParaRPr lang="en-US" sz="800" dirty="0"/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5A361F44-1C8B-4060-D9D1-B0870931701C}"/>
              </a:ext>
            </a:extLst>
          </p:cNvPr>
          <p:cNvSpPr/>
          <p:nvPr/>
        </p:nvSpPr>
        <p:spPr>
          <a:xfrm>
            <a:off x="1984248" y="1975104"/>
            <a:ext cx="24231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무심한 군중, 끝나지 않는 청소 행위</a:t>
            </a:r>
            <a:endParaRPr lang="en-US" sz="800" dirty="0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6D8A4B0A-3454-4796-30AE-031B43DB99E9}"/>
              </a:ext>
            </a:extLst>
          </p:cNvPr>
          <p:cNvSpPr/>
          <p:nvPr/>
        </p:nvSpPr>
        <p:spPr>
          <a:xfrm>
            <a:off x="566928" y="2688336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1C25937C-C0F6-F725-DF5E-C68323D4EAF7}"/>
              </a:ext>
            </a:extLst>
          </p:cNvPr>
          <p:cNvSpPr/>
          <p:nvPr/>
        </p:nvSpPr>
        <p:spPr>
          <a:xfrm>
            <a:off x="566928" y="2724912"/>
            <a:ext cx="13258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1</a:t>
            </a:r>
            <a:endParaRPr lang="en-US" sz="800" dirty="0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41765DA1-6B07-B911-C2FF-A7CA071C0F83}"/>
              </a:ext>
            </a:extLst>
          </p:cNvPr>
          <p:cNvSpPr/>
          <p:nvPr/>
        </p:nvSpPr>
        <p:spPr>
          <a:xfrm>
            <a:off x="1984248" y="2724912"/>
            <a:ext cx="24231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착한 행동이 보상보다 노동으로 체감됨</a:t>
            </a:r>
            <a:endParaRPr lang="en-US" sz="800" dirty="0"/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9CD1ED4A-2B2E-75AA-BC87-FFA972C5AC4B}"/>
              </a:ext>
            </a:extLst>
          </p:cNvPr>
          <p:cNvSpPr/>
          <p:nvPr/>
        </p:nvSpPr>
        <p:spPr>
          <a:xfrm>
            <a:off x="566928" y="3438144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908586A0-D7D5-AF3D-26F1-7556C9CACA50}"/>
              </a:ext>
            </a:extLst>
          </p:cNvPr>
          <p:cNvSpPr/>
          <p:nvPr/>
        </p:nvSpPr>
        <p:spPr>
          <a:xfrm>
            <a:off x="566928" y="3474720"/>
            <a:ext cx="13258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2</a:t>
            </a:r>
            <a:endParaRPr lang="en-US" sz="800" dirty="0"/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3219A9CE-9DEA-5A94-84E8-28409FB0B4E7}"/>
              </a:ext>
            </a:extLst>
          </p:cNvPr>
          <p:cNvSpPr/>
          <p:nvPr/>
        </p:nvSpPr>
        <p:spPr>
          <a:xfrm>
            <a:off x="1984248" y="3474720"/>
            <a:ext cx="24231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NPC의 무책임한 행동이 플레이어 행동을 무력화함</a:t>
            </a:r>
            <a:endParaRPr lang="en-US" sz="800" dirty="0"/>
          </a:p>
        </p:txBody>
      </p:sp>
      <p:sp>
        <p:nvSpPr>
          <p:cNvPr id="71" name="Shape 34">
            <a:extLst>
              <a:ext uri="{FF2B5EF4-FFF2-40B4-BE49-F238E27FC236}">
                <a16:creationId xmlns:a16="http://schemas.microsoft.com/office/drawing/2014/main" id="{CA72232A-C8F4-6521-EF9B-43EC124A950D}"/>
              </a:ext>
            </a:extLst>
          </p:cNvPr>
          <p:cNvSpPr/>
          <p:nvPr/>
        </p:nvSpPr>
        <p:spPr>
          <a:xfrm>
            <a:off x="566928" y="4187952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BF206CC4-7C20-1EF3-84D4-FDE20C4F8D4B}"/>
              </a:ext>
            </a:extLst>
          </p:cNvPr>
          <p:cNvSpPr/>
          <p:nvPr/>
        </p:nvSpPr>
        <p:spPr>
          <a:xfrm>
            <a:off x="566928" y="4224528"/>
            <a:ext cx="13258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3</a:t>
            </a:r>
            <a:endParaRPr lang="en-US" sz="800" dirty="0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538DFBA1-9947-7C60-0146-AFCEE3C878CC}"/>
              </a:ext>
            </a:extLst>
          </p:cNvPr>
          <p:cNvSpPr/>
          <p:nvPr/>
        </p:nvSpPr>
        <p:spPr>
          <a:xfrm>
            <a:off x="1984248" y="4224528"/>
            <a:ext cx="24231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평범한 공원이 재난의 시작점으로 전환됨</a:t>
            </a:r>
            <a:endParaRPr lang="en-US" sz="800" dirty="0"/>
          </a:p>
        </p:txBody>
      </p:sp>
      <p:sp>
        <p:nvSpPr>
          <p:cNvPr id="77" name="Shape 37">
            <a:extLst>
              <a:ext uri="{FF2B5EF4-FFF2-40B4-BE49-F238E27FC236}">
                <a16:creationId xmlns:a16="http://schemas.microsoft.com/office/drawing/2014/main" id="{2B25B60B-71C5-C8EE-C026-0AD654E5A88C}"/>
              </a:ext>
            </a:extLst>
          </p:cNvPr>
          <p:cNvSpPr/>
          <p:nvPr/>
        </p:nvSpPr>
        <p:spPr>
          <a:xfrm>
            <a:off x="566928" y="4937760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5576CDE9-9025-F5D6-9715-6FFB41E37EB3}"/>
              </a:ext>
            </a:extLst>
          </p:cNvPr>
          <p:cNvSpPr/>
          <p:nvPr/>
        </p:nvSpPr>
        <p:spPr>
          <a:xfrm>
            <a:off x="566928" y="4974336"/>
            <a:ext cx="13258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4</a:t>
            </a:r>
            <a:endParaRPr lang="en-US" sz="800" dirty="0"/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2B41BA7B-597C-2A2D-A73A-78131A408645}"/>
              </a:ext>
            </a:extLst>
          </p:cNvPr>
          <p:cNvSpPr/>
          <p:nvPr/>
        </p:nvSpPr>
        <p:spPr>
          <a:xfrm>
            <a:off x="1984248" y="4974336"/>
            <a:ext cx="24231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선의가 소모되는 세계관의 전조 역할</a:t>
            </a:r>
            <a:endParaRPr lang="en-US" sz="80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6CEB70EE-C554-3309-2101-BCD4DB3994D4}"/>
              </a:ext>
            </a:extLst>
          </p:cNvPr>
          <p:cNvSpPr/>
          <p:nvPr/>
        </p:nvSpPr>
        <p:spPr>
          <a:xfrm>
            <a:off x="4617720" y="1975104"/>
            <a:ext cx="3108960" cy="9006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쓰레기 오브젝트 밀집 배치</a:t>
            </a:r>
            <a:endParaRPr lang="en-US" sz="800" dirty="0"/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E3D07710-5FA1-B8E9-6B66-30C762B4E224}"/>
              </a:ext>
            </a:extLst>
          </p:cNvPr>
          <p:cNvSpPr/>
          <p:nvPr/>
        </p:nvSpPr>
        <p:spPr>
          <a:xfrm>
            <a:off x="8183880" y="1975104"/>
            <a:ext cx="3337560" cy="9006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청소 목표와 상호작용 대상 인식</a:t>
            </a:r>
            <a:endParaRPr lang="en-US" sz="800" dirty="0"/>
          </a:p>
        </p:txBody>
      </p:sp>
      <p:sp>
        <p:nvSpPr>
          <p:cNvPr id="87" name="Shape 42">
            <a:extLst>
              <a:ext uri="{FF2B5EF4-FFF2-40B4-BE49-F238E27FC236}">
                <a16:creationId xmlns:a16="http://schemas.microsoft.com/office/drawing/2014/main" id="{CB3DE212-E24B-31FF-7D2A-C9735B93432F}"/>
              </a:ext>
            </a:extLst>
          </p:cNvPr>
          <p:cNvSpPr/>
          <p:nvPr/>
        </p:nvSpPr>
        <p:spPr>
          <a:xfrm>
            <a:off x="4617720" y="2875788"/>
            <a:ext cx="31089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89" name="Shape 43">
            <a:extLst>
              <a:ext uri="{FF2B5EF4-FFF2-40B4-BE49-F238E27FC236}">
                <a16:creationId xmlns:a16="http://schemas.microsoft.com/office/drawing/2014/main" id="{17807872-992A-FB22-DB91-DC52A87DD52F}"/>
              </a:ext>
            </a:extLst>
          </p:cNvPr>
          <p:cNvSpPr/>
          <p:nvPr/>
        </p:nvSpPr>
        <p:spPr>
          <a:xfrm>
            <a:off x="8183880" y="2875788"/>
            <a:ext cx="33375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91" name="Text 44">
            <a:extLst>
              <a:ext uri="{FF2B5EF4-FFF2-40B4-BE49-F238E27FC236}">
                <a16:creationId xmlns:a16="http://schemas.microsoft.com/office/drawing/2014/main" id="{043B4F15-6A07-0929-1DB5-6D320AB2FBFF}"/>
              </a:ext>
            </a:extLst>
          </p:cNvPr>
          <p:cNvSpPr/>
          <p:nvPr/>
        </p:nvSpPr>
        <p:spPr>
          <a:xfrm>
            <a:off x="4617720" y="2912364"/>
            <a:ext cx="3108960" cy="9006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분리수거 UI 표시</a:t>
            </a:r>
            <a:endParaRPr lang="en-US" sz="800" dirty="0"/>
          </a:p>
        </p:txBody>
      </p:sp>
      <p:sp>
        <p:nvSpPr>
          <p:cNvPr id="93" name="Text 45">
            <a:extLst>
              <a:ext uri="{FF2B5EF4-FFF2-40B4-BE49-F238E27FC236}">
                <a16:creationId xmlns:a16="http://schemas.microsoft.com/office/drawing/2014/main" id="{88258CCB-1502-F624-1A91-8E4BB3759E9B}"/>
              </a:ext>
            </a:extLst>
          </p:cNvPr>
          <p:cNvSpPr/>
          <p:nvPr/>
        </p:nvSpPr>
        <p:spPr>
          <a:xfrm>
            <a:off x="8183880" y="2912364"/>
            <a:ext cx="3337560" cy="9006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수거 후 처리 방식 학습</a:t>
            </a:r>
            <a:endParaRPr lang="en-US" sz="800" dirty="0"/>
          </a:p>
        </p:txBody>
      </p:sp>
      <p:sp>
        <p:nvSpPr>
          <p:cNvPr id="95" name="Shape 46">
            <a:extLst>
              <a:ext uri="{FF2B5EF4-FFF2-40B4-BE49-F238E27FC236}">
                <a16:creationId xmlns:a16="http://schemas.microsoft.com/office/drawing/2014/main" id="{9CCD2813-1747-E3A4-0C3C-5B05936F3934}"/>
              </a:ext>
            </a:extLst>
          </p:cNvPr>
          <p:cNvSpPr/>
          <p:nvPr/>
        </p:nvSpPr>
        <p:spPr>
          <a:xfrm>
            <a:off x="4617720" y="3813048"/>
            <a:ext cx="31089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97" name="Shape 47">
            <a:extLst>
              <a:ext uri="{FF2B5EF4-FFF2-40B4-BE49-F238E27FC236}">
                <a16:creationId xmlns:a16="http://schemas.microsoft.com/office/drawing/2014/main" id="{D4613A52-BDD3-249D-DE1F-FD0489880169}"/>
              </a:ext>
            </a:extLst>
          </p:cNvPr>
          <p:cNvSpPr/>
          <p:nvPr/>
        </p:nvSpPr>
        <p:spPr>
          <a:xfrm>
            <a:off x="8183880" y="3813048"/>
            <a:ext cx="33375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99" name="Text 48">
            <a:extLst>
              <a:ext uri="{FF2B5EF4-FFF2-40B4-BE49-F238E27FC236}">
                <a16:creationId xmlns:a16="http://schemas.microsoft.com/office/drawing/2014/main" id="{38961A62-59D1-E8BA-B5E6-161C8E721C6B}"/>
              </a:ext>
            </a:extLst>
          </p:cNvPr>
          <p:cNvSpPr/>
          <p:nvPr/>
        </p:nvSpPr>
        <p:spPr>
          <a:xfrm>
            <a:off x="4617720" y="3849624"/>
            <a:ext cx="3108960" cy="9006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NPC가 쓰레기를 다시 버리는 장면</a:t>
            </a:r>
            <a:endParaRPr lang="en-US" sz="800" dirty="0"/>
          </a:p>
        </p:txBody>
      </p:sp>
      <p:sp>
        <p:nvSpPr>
          <p:cNvPr id="101" name="Text 49">
            <a:extLst>
              <a:ext uri="{FF2B5EF4-FFF2-40B4-BE49-F238E27FC236}">
                <a16:creationId xmlns:a16="http://schemas.microsoft.com/office/drawing/2014/main" id="{3F82C48C-2011-3F95-1500-49834F3CF9D1}"/>
              </a:ext>
            </a:extLst>
          </p:cNvPr>
          <p:cNvSpPr/>
          <p:nvPr/>
        </p:nvSpPr>
        <p:spPr>
          <a:xfrm>
            <a:off x="8183880" y="3849624"/>
            <a:ext cx="3337560" cy="9006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선의가 쉽게 소모되는 구조 이해</a:t>
            </a:r>
            <a:endParaRPr lang="en-US" sz="800" dirty="0"/>
          </a:p>
        </p:txBody>
      </p:sp>
      <p:sp>
        <p:nvSpPr>
          <p:cNvPr id="103" name="Shape 50">
            <a:extLst>
              <a:ext uri="{FF2B5EF4-FFF2-40B4-BE49-F238E27FC236}">
                <a16:creationId xmlns:a16="http://schemas.microsoft.com/office/drawing/2014/main" id="{8889D34C-0627-FA44-F4E3-EE0813064404}"/>
              </a:ext>
            </a:extLst>
          </p:cNvPr>
          <p:cNvSpPr/>
          <p:nvPr/>
        </p:nvSpPr>
        <p:spPr>
          <a:xfrm>
            <a:off x="4617720" y="4750308"/>
            <a:ext cx="31089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05" name="Shape 51">
            <a:extLst>
              <a:ext uri="{FF2B5EF4-FFF2-40B4-BE49-F238E27FC236}">
                <a16:creationId xmlns:a16="http://schemas.microsoft.com/office/drawing/2014/main" id="{BBEFA0BE-FB9A-FC83-FB9B-E350F3F3EF7E}"/>
              </a:ext>
            </a:extLst>
          </p:cNvPr>
          <p:cNvSpPr/>
          <p:nvPr/>
        </p:nvSpPr>
        <p:spPr>
          <a:xfrm>
            <a:off x="8183880" y="4750308"/>
            <a:ext cx="33375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07" name="Text 52">
            <a:extLst>
              <a:ext uri="{FF2B5EF4-FFF2-40B4-BE49-F238E27FC236}">
                <a16:creationId xmlns:a16="http://schemas.microsoft.com/office/drawing/2014/main" id="{C3060AE9-6659-3301-217E-81CBEC77F7FD}"/>
              </a:ext>
            </a:extLst>
          </p:cNvPr>
          <p:cNvSpPr/>
          <p:nvPr/>
        </p:nvSpPr>
        <p:spPr>
          <a:xfrm>
            <a:off x="4617720" y="4786884"/>
            <a:ext cx="3108960" cy="9006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하늘 어두워짐, 소리 변화</a:t>
            </a:r>
            <a:endParaRPr lang="en-US" sz="800" dirty="0"/>
          </a:p>
        </p:txBody>
      </p:sp>
      <p:sp>
        <p:nvSpPr>
          <p:cNvPr id="109" name="Text 53">
            <a:extLst>
              <a:ext uri="{FF2B5EF4-FFF2-40B4-BE49-F238E27FC236}">
                <a16:creationId xmlns:a16="http://schemas.microsoft.com/office/drawing/2014/main" id="{6349E209-0AEF-933E-E038-3F71C440E9E9}"/>
              </a:ext>
            </a:extLst>
          </p:cNvPr>
          <p:cNvSpPr/>
          <p:nvPr/>
        </p:nvSpPr>
        <p:spPr>
          <a:xfrm>
            <a:off x="8183880" y="4786884"/>
            <a:ext cx="3337560" cy="9006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 발생 전조 인식</a:t>
            </a:r>
            <a:endParaRPr lang="en-US" sz="800" dirty="0"/>
          </a:p>
        </p:txBody>
      </p:sp>
      <p:sp>
        <p:nvSpPr>
          <p:cNvPr id="111" name="Shape 54">
            <a:extLst>
              <a:ext uri="{FF2B5EF4-FFF2-40B4-BE49-F238E27FC236}">
                <a16:creationId xmlns:a16="http://schemas.microsoft.com/office/drawing/2014/main" id="{2E057FD9-882E-7312-46B4-18A77858E30B}"/>
              </a:ext>
            </a:extLst>
          </p:cNvPr>
          <p:cNvSpPr/>
          <p:nvPr/>
        </p:nvSpPr>
        <p:spPr>
          <a:xfrm>
            <a:off x="4434840" y="1847088"/>
            <a:ext cx="0" cy="3803904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13" name="Shape 55">
            <a:extLst>
              <a:ext uri="{FF2B5EF4-FFF2-40B4-BE49-F238E27FC236}">
                <a16:creationId xmlns:a16="http://schemas.microsoft.com/office/drawing/2014/main" id="{00E3E4E0-05A5-7691-647C-2F89A4E13BC2}"/>
              </a:ext>
            </a:extLst>
          </p:cNvPr>
          <p:cNvSpPr/>
          <p:nvPr/>
        </p:nvSpPr>
        <p:spPr>
          <a:xfrm>
            <a:off x="8001000" y="1847088"/>
            <a:ext cx="0" cy="3803904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15" name="Text 56">
            <a:extLst>
              <a:ext uri="{FF2B5EF4-FFF2-40B4-BE49-F238E27FC236}">
                <a16:creationId xmlns:a16="http://schemas.microsoft.com/office/drawing/2014/main" id="{FCC89D04-69FA-263F-B44C-7F00FBF7D68E}"/>
              </a:ext>
            </a:extLst>
          </p:cNvPr>
          <p:cNvSpPr/>
          <p:nvPr/>
        </p:nvSpPr>
        <p:spPr>
          <a:xfrm>
            <a:off x="530352" y="1078992"/>
            <a:ext cx="11109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 청소와 NPC의 추가 투기를 통해, 선의가 보상받지 못하고 소모되는 구조를 플레이로 </a:t>
            </a:r>
            <a:r>
              <a:rPr lang="en-US" sz="910" b="1" dirty="0" err="1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체감시키는</a:t>
            </a:r>
            <a:r>
              <a:rPr lang="en-US" sz="91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910" b="1" dirty="0" err="1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퀘스트</a:t>
            </a:r>
            <a:endParaRPr lang="en-US" sz="910" dirty="0"/>
          </a:p>
        </p:txBody>
      </p:sp>
    </p:spTree>
    <p:extLst>
      <p:ext uri="{BB962C8B-B14F-4D97-AF65-F5344CB8AC3E}">
        <p14:creationId xmlns:p14="http://schemas.microsoft.com/office/powerpoint/2010/main" val="960784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0DD02E-D8B9-4C5F-D4E3-6C35A3D6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18">
            <a:extLst>
              <a:ext uri="{FF2B5EF4-FFF2-40B4-BE49-F238E27FC236}">
                <a16:creationId xmlns:a16="http://schemas.microsoft.com/office/drawing/2014/main" id="{75892079-BC91-EFEB-2A69-FEDAD204E0C2}"/>
              </a:ext>
            </a:extLst>
          </p:cNvPr>
          <p:cNvSpPr/>
          <p:nvPr/>
        </p:nvSpPr>
        <p:spPr>
          <a:xfrm>
            <a:off x="502920" y="636422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A93B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 규칙 공개 · 선의 수치 사회화 · 강요의 시작</a:t>
            </a:r>
            <a:endParaRPr lang="en-US" sz="75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AB6E67EB-6D2C-17DD-D08A-9556BC758A98}"/>
              </a:ext>
            </a:extLst>
          </p:cNvPr>
          <p:cNvSpPr/>
          <p:nvPr/>
        </p:nvSpPr>
        <p:spPr>
          <a:xfrm>
            <a:off x="502920" y="310896"/>
            <a:ext cx="937260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퀘스트 3. 재난 대응 — 이벤트 &amp; 트리거</a:t>
            </a:r>
            <a:endParaRPr lang="en-US" sz="255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AB7DF4EF-3530-F07C-7A2A-E2EEE00A4E73}"/>
              </a:ext>
            </a:extLst>
          </p:cNvPr>
          <p:cNvSpPr/>
          <p:nvPr/>
        </p:nvSpPr>
        <p:spPr>
          <a:xfrm>
            <a:off x="530352" y="85039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 규칙 공개 · 선의 수치 사회화 · 강요의 시작</a:t>
            </a:r>
            <a:endParaRPr lang="en-US" sz="95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81E0CCE3-ED11-D0BA-1EF5-5C3884F10DCB}"/>
              </a:ext>
            </a:extLst>
          </p:cNvPr>
          <p:cNvSpPr/>
          <p:nvPr/>
        </p:nvSpPr>
        <p:spPr>
          <a:xfrm>
            <a:off x="530352" y="1499616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No.</a:t>
            </a:r>
            <a:endParaRPr lang="en-US" sz="105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D487716D-0E50-BE08-B7C2-444C0A19D5E1}"/>
              </a:ext>
            </a:extLst>
          </p:cNvPr>
          <p:cNvSpPr/>
          <p:nvPr/>
        </p:nvSpPr>
        <p:spPr>
          <a:xfrm>
            <a:off x="1170432" y="1499616"/>
            <a:ext cx="4617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6E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트리거</a:t>
            </a:r>
            <a:endParaRPr lang="en-US" sz="125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9E2D0A1A-CC9A-08C2-F3FD-E79C4F87374A}"/>
              </a:ext>
            </a:extLst>
          </p:cNvPr>
          <p:cNvSpPr/>
          <p:nvPr/>
        </p:nvSpPr>
        <p:spPr>
          <a:xfrm>
            <a:off x="6016752" y="1499616"/>
            <a:ext cx="5577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4F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이벤트</a:t>
            </a:r>
            <a:endParaRPr lang="en-US" sz="1250" dirty="0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FFC9CF59-4C18-A16F-6C7E-BB55C68D1E8F}"/>
              </a:ext>
            </a:extLst>
          </p:cNvPr>
          <p:cNvSpPr/>
          <p:nvPr/>
        </p:nvSpPr>
        <p:spPr>
          <a:xfrm>
            <a:off x="530352" y="1819656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D389F90D-8AB5-C0C3-939D-A8A81B79193C}"/>
              </a:ext>
            </a:extLst>
          </p:cNvPr>
          <p:cNvSpPr/>
          <p:nvPr/>
        </p:nvSpPr>
        <p:spPr>
          <a:xfrm>
            <a:off x="530352" y="1965960"/>
            <a:ext cx="502920" cy="4823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920" dirty="0"/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08D17EE6-F462-6BA9-5D67-31D046F54224}"/>
              </a:ext>
            </a:extLst>
          </p:cNvPr>
          <p:cNvSpPr/>
          <p:nvPr/>
        </p:nvSpPr>
        <p:spPr>
          <a:xfrm>
            <a:off x="1170432" y="1956816"/>
            <a:ext cx="4572000" cy="500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균열 등장 후 밤 시간 진입</a:t>
            </a:r>
            <a:endParaRPr lang="en-US" sz="990" dirty="0"/>
          </a:p>
        </p:txBody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92FAF785-69D9-BE6E-5949-CCAFB0B41237}"/>
              </a:ext>
            </a:extLst>
          </p:cNvPr>
          <p:cNvSpPr/>
          <p:nvPr/>
        </p:nvSpPr>
        <p:spPr>
          <a:xfrm>
            <a:off x="6016752" y="1956816"/>
            <a:ext cx="5623560" cy="500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기자, 방송국, 유튜버, 구경꾼이 균열 주변에 모임</a:t>
            </a:r>
            <a:endParaRPr lang="en-US" sz="990" dirty="0"/>
          </a:p>
        </p:txBody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00977DA1-27DE-6071-E881-3B2515F6849F}"/>
              </a:ext>
            </a:extLst>
          </p:cNvPr>
          <p:cNvSpPr/>
          <p:nvPr/>
        </p:nvSpPr>
        <p:spPr>
          <a:xfrm>
            <a:off x="530352" y="245745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D78F2EB5-8496-6E71-808D-9B52AAF4C24C}"/>
              </a:ext>
            </a:extLst>
          </p:cNvPr>
          <p:cNvSpPr/>
          <p:nvPr/>
        </p:nvSpPr>
        <p:spPr>
          <a:xfrm>
            <a:off x="530352" y="2503170"/>
            <a:ext cx="502920" cy="4823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920" dirty="0"/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A865ACE9-C17E-50B1-61AF-B939CE510B2C}"/>
              </a:ext>
            </a:extLst>
          </p:cNvPr>
          <p:cNvSpPr/>
          <p:nvPr/>
        </p:nvSpPr>
        <p:spPr>
          <a:xfrm>
            <a:off x="1170432" y="2494026"/>
            <a:ext cx="4572000" cy="500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균열이 장시간 잠잠한 상태 유지</a:t>
            </a:r>
            <a:endParaRPr lang="en-US" sz="990" dirty="0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3DC609CD-BEF8-B936-0D29-4A553DBCFF0A}"/>
              </a:ext>
            </a:extLst>
          </p:cNvPr>
          <p:cNvSpPr/>
          <p:nvPr/>
        </p:nvSpPr>
        <p:spPr>
          <a:xfrm>
            <a:off x="6016752" y="2494026"/>
            <a:ext cx="5623560" cy="500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경찰 감시 인력의 방심 연출</a:t>
            </a:r>
            <a:endParaRPr lang="en-US" sz="990" dirty="0"/>
          </a:p>
        </p:txBody>
      </p:sp>
      <p:sp>
        <p:nvSpPr>
          <p:cNvPr id="69" name="Shape 33">
            <a:extLst>
              <a:ext uri="{FF2B5EF4-FFF2-40B4-BE49-F238E27FC236}">
                <a16:creationId xmlns:a16="http://schemas.microsoft.com/office/drawing/2014/main" id="{20A4E79A-E02C-9E1D-8831-FA3993A0538B}"/>
              </a:ext>
            </a:extLst>
          </p:cNvPr>
          <p:cNvSpPr/>
          <p:nvPr/>
        </p:nvSpPr>
        <p:spPr>
          <a:xfrm>
            <a:off x="530352" y="299466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71" name="Text 34">
            <a:extLst>
              <a:ext uri="{FF2B5EF4-FFF2-40B4-BE49-F238E27FC236}">
                <a16:creationId xmlns:a16="http://schemas.microsoft.com/office/drawing/2014/main" id="{B619AD09-C1E7-E2EF-6568-29ADCF9B2899}"/>
              </a:ext>
            </a:extLst>
          </p:cNvPr>
          <p:cNvSpPr/>
          <p:nvPr/>
        </p:nvSpPr>
        <p:spPr>
          <a:xfrm>
            <a:off x="530352" y="3040380"/>
            <a:ext cx="502920" cy="4823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920" dirty="0"/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6B063264-9AA1-0A30-5B7F-AE65BFA19BE5}"/>
              </a:ext>
            </a:extLst>
          </p:cNvPr>
          <p:cNvSpPr/>
          <p:nvPr/>
        </p:nvSpPr>
        <p:spPr>
          <a:xfrm>
            <a:off x="1170432" y="3031236"/>
            <a:ext cx="4572000" cy="500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선의 수치 0인 NPC가 균열 접근</a:t>
            </a:r>
            <a:endParaRPr lang="en-US" sz="990" dirty="0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BCF0BD9A-05AA-67B5-2130-27B6B9A15CB9}"/>
              </a:ext>
            </a:extLst>
          </p:cNvPr>
          <p:cNvSpPr/>
          <p:nvPr/>
        </p:nvSpPr>
        <p:spPr>
          <a:xfrm>
            <a:off x="6016752" y="3031236"/>
            <a:ext cx="5623560" cy="500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 내부 진입 이벤트 발생</a:t>
            </a:r>
            <a:endParaRPr lang="en-US" sz="990" dirty="0"/>
          </a:p>
        </p:txBody>
      </p:sp>
      <p:sp>
        <p:nvSpPr>
          <p:cNvPr id="77" name="Shape 37">
            <a:extLst>
              <a:ext uri="{FF2B5EF4-FFF2-40B4-BE49-F238E27FC236}">
                <a16:creationId xmlns:a16="http://schemas.microsoft.com/office/drawing/2014/main" id="{CA03B0B7-876C-8102-732C-D6930405C335}"/>
              </a:ext>
            </a:extLst>
          </p:cNvPr>
          <p:cNvSpPr/>
          <p:nvPr/>
        </p:nvSpPr>
        <p:spPr>
          <a:xfrm>
            <a:off x="530352" y="353187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742EAA0-CF87-864C-698C-F8EB06178B16}"/>
              </a:ext>
            </a:extLst>
          </p:cNvPr>
          <p:cNvSpPr/>
          <p:nvPr/>
        </p:nvSpPr>
        <p:spPr>
          <a:xfrm>
            <a:off x="530352" y="3577590"/>
            <a:ext cx="502920" cy="4823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920" dirty="0"/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438D2DEE-B289-E2E5-79D0-38209BF46F44}"/>
              </a:ext>
            </a:extLst>
          </p:cNvPr>
          <p:cNvSpPr/>
          <p:nvPr/>
        </p:nvSpPr>
        <p:spPr>
          <a:xfrm>
            <a:off x="1170432" y="3568446"/>
            <a:ext cx="4572000" cy="500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새벽 시간 도달</a:t>
            </a:r>
            <a:endParaRPr lang="en-US" sz="99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A63486AC-63BA-BF44-377A-0DC1EF97AD04}"/>
              </a:ext>
            </a:extLst>
          </p:cNvPr>
          <p:cNvSpPr/>
          <p:nvPr/>
        </p:nvSpPr>
        <p:spPr>
          <a:xfrm>
            <a:off x="6016752" y="3568446"/>
            <a:ext cx="5623560" cy="500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 밖으로 괴물 출현</a:t>
            </a:r>
            <a:endParaRPr lang="en-US" sz="990" dirty="0"/>
          </a:p>
        </p:txBody>
      </p:sp>
      <p:sp>
        <p:nvSpPr>
          <p:cNvPr id="85" name="Shape 41">
            <a:extLst>
              <a:ext uri="{FF2B5EF4-FFF2-40B4-BE49-F238E27FC236}">
                <a16:creationId xmlns:a16="http://schemas.microsoft.com/office/drawing/2014/main" id="{3A820C16-6013-F4F7-173B-6AA6D96D5CE6}"/>
              </a:ext>
            </a:extLst>
          </p:cNvPr>
          <p:cNvSpPr/>
          <p:nvPr/>
        </p:nvSpPr>
        <p:spPr>
          <a:xfrm>
            <a:off x="530352" y="406908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106AD985-7026-ED00-8C03-13B51391FD49}"/>
              </a:ext>
            </a:extLst>
          </p:cNvPr>
          <p:cNvSpPr/>
          <p:nvPr/>
        </p:nvSpPr>
        <p:spPr>
          <a:xfrm>
            <a:off x="530352" y="4114800"/>
            <a:ext cx="502920" cy="4823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920" dirty="0"/>
          </a:p>
        </p:txBody>
      </p:sp>
      <p:sp>
        <p:nvSpPr>
          <p:cNvPr id="89" name="Text 43">
            <a:extLst>
              <a:ext uri="{FF2B5EF4-FFF2-40B4-BE49-F238E27FC236}">
                <a16:creationId xmlns:a16="http://schemas.microsoft.com/office/drawing/2014/main" id="{E3573C0A-E40E-D5AE-3F7F-3A833E042CC0}"/>
              </a:ext>
            </a:extLst>
          </p:cNvPr>
          <p:cNvSpPr/>
          <p:nvPr/>
        </p:nvSpPr>
        <p:spPr>
          <a:xfrm>
            <a:off x="1170432" y="4105656"/>
            <a:ext cx="4572000" cy="500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청년이 할머니를 구하려는 행동 발생</a:t>
            </a:r>
            <a:endParaRPr lang="en-US" sz="990" dirty="0"/>
          </a:p>
        </p:txBody>
      </p:sp>
      <p:sp>
        <p:nvSpPr>
          <p:cNvPr id="91" name="Text 44">
            <a:extLst>
              <a:ext uri="{FF2B5EF4-FFF2-40B4-BE49-F238E27FC236}">
                <a16:creationId xmlns:a16="http://schemas.microsoft.com/office/drawing/2014/main" id="{E5302211-51E1-A6E8-80E9-EE02112BFDFD}"/>
              </a:ext>
            </a:extLst>
          </p:cNvPr>
          <p:cNvSpPr/>
          <p:nvPr/>
        </p:nvSpPr>
        <p:spPr>
          <a:xfrm>
            <a:off x="6016752" y="4105656"/>
            <a:ext cx="5623560" cy="500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선의로 괴물을 처치할 수 있음을 암시</a:t>
            </a:r>
            <a:endParaRPr lang="en-US" sz="990" dirty="0"/>
          </a:p>
        </p:txBody>
      </p:sp>
      <p:sp>
        <p:nvSpPr>
          <p:cNvPr id="93" name="Shape 45">
            <a:extLst>
              <a:ext uri="{FF2B5EF4-FFF2-40B4-BE49-F238E27FC236}">
                <a16:creationId xmlns:a16="http://schemas.microsoft.com/office/drawing/2014/main" id="{CD0EDCA0-8AF9-6101-27FB-65D27C6B59F5}"/>
              </a:ext>
            </a:extLst>
          </p:cNvPr>
          <p:cNvSpPr/>
          <p:nvPr/>
        </p:nvSpPr>
        <p:spPr>
          <a:xfrm>
            <a:off x="530352" y="460629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95" name="Text 46">
            <a:extLst>
              <a:ext uri="{FF2B5EF4-FFF2-40B4-BE49-F238E27FC236}">
                <a16:creationId xmlns:a16="http://schemas.microsoft.com/office/drawing/2014/main" id="{9456D705-C794-5861-DCE6-EF42CC13BFB6}"/>
              </a:ext>
            </a:extLst>
          </p:cNvPr>
          <p:cNvSpPr/>
          <p:nvPr/>
        </p:nvSpPr>
        <p:spPr>
          <a:xfrm>
            <a:off x="530352" y="4652010"/>
            <a:ext cx="502920" cy="4823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920" dirty="0"/>
          </a:p>
        </p:txBody>
      </p:sp>
      <p:sp>
        <p:nvSpPr>
          <p:cNvPr id="97" name="Text 47">
            <a:extLst>
              <a:ext uri="{FF2B5EF4-FFF2-40B4-BE49-F238E27FC236}">
                <a16:creationId xmlns:a16="http://schemas.microsoft.com/office/drawing/2014/main" id="{F561D3BE-3EBD-A6B8-E520-F667AEDD08B3}"/>
              </a:ext>
            </a:extLst>
          </p:cNvPr>
          <p:cNvSpPr/>
          <p:nvPr/>
        </p:nvSpPr>
        <p:spPr>
          <a:xfrm>
            <a:off x="1170432" y="4642866"/>
            <a:ext cx="4572000" cy="500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유튜버 생방송 중 괴물과 수치 노출</a:t>
            </a:r>
            <a:endParaRPr lang="en-US" sz="990" dirty="0"/>
          </a:p>
        </p:txBody>
      </p:sp>
      <p:sp>
        <p:nvSpPr>
          <p:cNvPr id="99" name="Text 48">
            <a:extLst>
              <a:ext uri="{FF2B5EF4-FFF2-40B4-BE49-F238E27FC236}">
                <a16:creationId xmlns:a16="http://schemas.microsoft.com/office/drawing/2014/main" id="{6947088C-41B5-8AD5-51C5-CC3D02560691}"/>
              </a:ext>
            </a:extLst>
          </p:cNvPr>
          <p:cNvSpPr/>
          <p:nvPr/>
        </p:nvSpPr>
        <p:spPr>
          <a:xfrm>
            <a:off x="6016752" y="4642866"/>
            <a:ext cx="5623560" cy="500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선의 수치가 사회적으로 공개됨</a:t>
            </a:r>
            <a:endParaRPr lang="en-US" sz="990" dirty="0"/>
          </a:p>
        </p:txBody>
      </p:sp>
      <p:sp>
        <p:nvSpPr>
          <p:cNvPr id="101" name="Shape 49">
            <a:extLst>
              <a:ext uri="{FF2B5EF4-FFF2-40B4-BE49-F238E27FC236}">
                <a16:creationId xmlns:a16="http://schemas.microsoft.com/office/drawing/2014/main" id="{E99C4CDF-6FF8-0459-A61D-E0218A6D2A09}"/>
              </a:ext>
            </a:extLst>
          </p:cNvPr>
          <p:cNvSpPr/>
          <p:nvPr/>
        </p:nvSpPr>
        <p:spPr>
          <a:xfrm>
            <a:off x="530352" y="514350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03" name="Text 50">
            <a:extLst>
              <a:ext uri="{FF2B5EF4-FFF2-40B4-BE49-F238E27FC236}">
                <a16:creationId xmlns:a16="http://schemas.microsoft.com/office/drawing/2014/main" id="{F7D445D5-601E-58C0-EB02-F8DFE80484B2}"/>
              </a:ext>
            </a:extLst>
          </p:cNvPr>
          <p:cNvSpPr/>
          <p:nvPr/>
        </p:nvSpPr>
        <p:spPr>
          <a:xfrm>
            <a:off x="530352" y="5189220"/>
            <a:ext cx="502920" cy="4823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920" dirty="0"/>
          </a:p>
        </p:txBody>
      </p:sp>
      <p:sp>
        <p:nvSpPr>
          <p:cNvPr id="105" name="Text 51">
            <a:extLst>
              <a:ext uri="{FF2B5EF4-FFF2-40B4-BE49-F238E27FC236}">
                <a16:creationId xmlns:a16="http://schemas.microsoft.com/office/drawing/2014/main" id="{584FED74-5D5F-F869-EEE5-3685EFD57C27}"/>
              </a:ext>
            </a:extLst>
          </p:cNvPr>
          <p:cNvSpPr/>
          <p:nvPr/>
        </p:nvSpPr>
        <p:spPr>
          <a:xfrm>
            <a:off x="1170432" y="5180076"/>
            <a:ext cx="4572000" cy="500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재난 확산도 상승</a:t>
            </a:r>
            <a:endParaRPr lang="en-US" sz="990" dirty="0"/>
          </a:p>
        </p:txBody>
      </p:sp>
      <p:sp>
        <p:nvSpPr>
          <p:cNvPr id="107" name="Text 52">
            <a:extLst>
              <a:ext uri="{FF2B5EF4-FFF2-40B4-BE49-F238E27FC236}">
                <a16:creationId xmlns:a16="http://schemas.microsoft.com/office/drawing/2014/main" id="{B25F7CC5-8D02-1F0A-6DB2-C0E60CD82767}"/>
              </a:ext>
            </a:extLst>
          </p:cNvPr>
          <p:cNvSpPr/>
          <p:nvPr/>
        </p:nvSpPr>
        <p:spPr>
          <a:xfrm>
            <a:off x="6016752" y="5180076"/>
            <a:ext cx="5623560" cy="500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선의관리국 설립, 선의 등급화 시스템 등장</a:t>
            </a:r>
            <a:endParaRPr lang="en-US" sz="990" dirty="0"/>
          </a:p>
        </p:txBody>
      </p:sp>
      <p:sp>
        <p:nvSpPr>
          <p:cNvPr id="109" name="Shape 53">
            <a:extLst>
              <a:ext uri="{FF2B5EF4-FFF2-40B4-BE49-F238E27FC236}">
                <a16:creationId xmlns:a16="http://schemas.microsoft.com/office/drawing/2014/main" id="{11019067-C8FA-FBC3-A0FB-957E96853AB9}"/>
              </a:ext>
            </a:extLst>
          </p:cNvPr>
          <p:cNvSpPr/>
          <p:nvPr/>
        </p:nvSpPr>
        <p:spPr>
          <a:xfrm>
            <a:off x="530352" y="568071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11" name="Text 54">
            <a:extLst>
              <a:ext uri="{FF2B5EF4-FFF2-40B4-BE49-F238E27FC236}">
                <a16:creationId xmlns:a16="http://schemas.microsoft.com/office/drawing/2014/main" id="{FA41417F-4C9D-6EF6-4C6D-1F637CD9436B}"/>
              </a:ext>
            </a:extLst>
          </p:cNvPr>
          <p:cNvSpPr/>
          <p:nvPr/>
        </p:nvSpPr>
        <p:spPr>
          <a:xfrm>
            <a:off x="530352" y="5726430"/>
            <a:ext cx="502920" cy="4823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920" dirty="0"/>
          </a:p>
        </p:txBody>
      </p:sp>
      <p:sp>
        <p:nvSpPr>
          <p:cNvPr id="113" name="Text 55">
            <a:extLst>
              <a:ext uri="{FF2B5EF4-FFF2-40B4-BE49-F238E27FC236}">
                <a16:creationId xmlns:a16="http://schemas.microsoft.com/office/drawing/2014/main" id="{87A573C3-AD96-85A5-ADF6-AB57D46B576A}"/>
              </a:ext>
            </a:extLst>
          </p:cNvPr>
          <p:cNvSpPr/>
          <p:nvPr/>
        </p:nvSpPr>
        <p:spPr>
          <a:xfrm>
            <a:off x="1170432" y="5717286"/>
            <a:ext cx="4572000" cy="500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차한해의 선의 수치 측정</a:t>
            </a:r>
            <a:endParaRPr lang="en-US" sz="990" dirty="0"/>
          </a:p>
        </p:txBody>
      </p:sp>
      <p:sp>
        <p:nvSpPr>
          <p:cNvPr id="115" name="Text 56">
            <a:extLst>
              <a:ext uri="{FF2B5EF4-FFF2-40B4-BE49-F238E27FC236}">
                <a16:creationId xmlns:a16="http://schemas.microsoft.com/office/drawing/2014/main" id="{494467EE-169D-43F0-97C4-3C128C87D013}"/>
              </a:ext>
            </a:extLst>
          </p:cNvPr>
          <p:cNvSpPr/>
          <p:nvPr/>
        </p:nvSpPr>
        <p:spPr>
          <a:xfrm>
            <a:off x="6016752" y="5717286"/>
            <a:ext cx="5623560" cy="500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무한에 가까운 수치 공개, 사회적 강요 시작</a:t>
            </a:r>
            <a:endParaRPr lang="en-US" sz="990" dirty="0"/>
          </a:p>
        </p:txBody>
      </p:sp>
      <p:sp>
        <p:nvSpPr>
          <p:cNvPr id="117" name="Text 57">
            <a:extLst>
              <a:ext uri="{FF2B5EF4-FFF2-40B4-BE49-F238E27FC236}">
                <a16:creationId xmlns:a16="http://schemas.microsoft.com/office/drawing/2014/main" id="{D2F8304E-1542-BE16-867B-14956D51DE32}"/>
              </a:ext>
            </a:extLst>
          </p:cNvPr>
          <p:cNvSpPr/>
          <p:nvPr/>
        </p:nvSpPr>
        <p:spPr>
          <a:xfrm>
            <a:off x="530352" y="1078992"/>
            <a:ext cx="11109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균열과 괴물의 규칙을 재난 대응 과정 속에서 공개하며, 선의가 사회적 통제 수단으로 </a:t>
            </a:r>
            <a:r>
              <a:rPr lang="en-US" sz="910" b="1" dirty="0" err="1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변질되는</a:t>
            </a:r>
            <a:r>
              <a:rPr lang="en-US" sz="91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910" b="1" dirty="0" err="1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전환점</a:t>
            </a:r>
            <a:endParaRPr lang="en-US" sz="910" dirty="0"/>
          </a:p>
        </p:txBody>
      </p:sp>
    </p:spTree>
    <p:extLst>
      <p:ext uri="{BB962C8B-B14F-4D97-AF65-F5344CB8AC3E}">
        <p14:creationId xmlns:p14="http://schemas.microsoft.com/office/powerpoint/2010/main" val="2788905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D312E3-7052-9FD0-AED7-C98EEDB78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18">
            <a:extLst>
              <a:ext uri="{FF2B5EF4-FFF2-40B4-BE49-F238E27FC236}">
                <a16:creationId xmlns:a16="http://schemas.microsoft.com/office/drawing/2014/main" id="{76B9B7A2-D741-0479-347C-E5FD64EF846C}"/>
              </a:ext>
            </a:extLst>
          </p:cNvPr>
          <p:cNvSpPr/>
          <p:nvPr/>
        </p:nvSpPr>
        <p:spPr>
          <a:xfrm>
            <a:off x="502920" y="636422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A93B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 규칙 공개 · 선의 수치 사회화 · 강요의 시작</a:t>
            </a:r>
            <a:endParaRPr lang="en-US" sz="75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C9FF9DE3-188A-86D8-511A-0E7B00F24D90}"/>
              </a:ext>
            </a:extLst>
          </p:cNvPr>
          <p:cNvSpPr/>
          <p:nvPr/>
        </p:nvSpPr>
        <p:spPr>
          <a:xfrm>
            <a:off x="502920" y="310896"/>
            <a:ext cx="937260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퀘스트 3. 재난 대응 — 설정값 · Lead / Read</a:t>
            </a:r>
            <a:endParaRPr lang="en-US" sz="255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60E87969-A694-50B7-47E3-CE8BAFEE59BB}"/>
              </a:ext>
            </a:extLst>
          </p:cNvPr>
          <p:cNvSpPr/>
          <p:nvPr/>
        </p:nvSpPr>
        <p:spPr>
          <a:xfrm>
            <a:off x="530352" y="85039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 규칙 공개 · 선의 수치 사회화 · 강요의 시작</a:t>
            </a:r>
            <a:endParaRPr lang="en-US" sz="95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06261F36-CE65-8E57-B235-3E42B1300D6C}"/>
              </a:ext>
            </a:extLst>
          </p:cNvPr>
          <p:cNvSpPr/>
          <p:nvPr/>
        </p:nvSpPr>
        <p:spPr>
          <a:xfrm>
            <a:off x="566928" y="1499616"/>
            <a:ext cx="38862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6E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</a:t>
            </a:r>
            <a:endParaRPr lang="en-US" sz="140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93D8E3E7-FD35-DDA0-EC0A-C642A0EE9C86}"/>
              </a:ext>
            </a:extLst>
          </p:cNvPr>
          <p:cNvSpPr/>
          <p:nvPr/>
        </p:nvSpPr>
        <p:spPr>
          <a:xfrm>
            <a:off x="4617720" y="1499616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F29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Quest Lead</a:t>
            </a:r>
            <a:endParaRPr lang="en-US" sz="140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D448C6D0-1C54-1A8A-60C9-9FD8880AA91A}"/>
              </a:ext>
            </a:extLst>
          </p:cNvPr>
          <p:cNvSpPr/>
          <p:nvPr/>
        </p:nvSpPr>
        <p:spPr>
          <a:xfrm>
            <a:off x="8183880" y="1499616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4F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Quest Read</a:t>
            </a:r>
            <a:endParaRPr lang="en-US" sz="1400" dirty="0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620865D0-5B61-DC1C-1BBE-A46145EA343E}"/>
              </a:ext>
            </a:extLst>
          </p:cNvPr>
          <p:cNvSpPr/>
          <p:nvPr/>
        </p:nvSpPr>
        <p:spPr>
          <a:xfrm>
            <a:off x="530352" y="1810512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F235CF70-33FA-5812-A59B-0847B8D192C0}"/>
              </a:ext>
            </a:extLst>
          </p:cNvPr>
          <p:cNvSpPr/>
          <p:nvPr/>
        </p:nvSpPr>
        <p:spPr>
          <a:xfrm>
            <a:off x="566928" y="1975104"/>
            <a:ext cx="132588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대립 요소</a:t>
            </a:r>
            <a:endParaRPr lang="en-US" sz="800" dirty="0"/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921CA6C8-C2C2-CB14-3544-3850F7C20F7A}"/>
              </a:ext>
            </a:extLst>
          </p:cNvPr>
          <p:cNvSpPr/>
          <p:nvPr/>
        </p:nvSpPr>
        <p:spPr>
          <a:xfrm>
            <a:off x="1984248" y="1975104"/>
            <a:ext cx="24231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균열, 괴물, 재난을 소비하는 사회</a:t>
            </a:r>
            <a:endParaRPr lang="en-US" sz="800" dirty="0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4322F2BD-B80C-46E7-B560-0CA457C89599}"/>
              </a:ext>
            </a:extLst>
          </p:cNvPr>
          <p:cNvSpPr/>
          <p:nvPr/>
        </p:nvSpPr>
        <p:spPr>
          <a:xfrm>
            <a:off x="566928" y="2563368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13E5DE99-D996-6395-A144-66F793F9B984}"/>
              </a:ext>
            </a:extLst>
          </p:cNvPr>
          <p:cNvSpPr/>
          <p:nvPr/>
        </p:nvSpPr>
        <p:spPr>
          <a:xfrm>
            <a:off x="566928" y="2599944"/>
            <a:ext cx="132588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1</a:t>
            </a:r>
            <a:endParaRPr lang="en-US" sz="800" dirty="0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7E0AD01F-2844-4E3C-2F98-7A9DB4341CD8}"/>
              </a:ext>
            </a:extLst>
          </p:cNvPr>
          <p:cNvSpPr/>
          <p:nvPr/>
        </p:nvSpPr>
        <p:spPr>
          <a:xfrm>
            <a:off x="1984248" y="2599944"/>
            <a:ext cx="24231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균열은 처음에는 잠잠하고 평온하게 보임</a:t>
            </a:r>
            <a:endParaRPr lang="en-US" sz="800" dirty="0"/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3FEF54A1-E7BC-B7CF-AE4F-907D00A7F03D}"/>
              </a:ext>
            </a:extLst>
          </p:cNvPr>
          <p:cNvSpPr/>
          <p:nvPr/>
        </p:nvSpPr>
        <p:spPr>
          <a:xfrm>
            <a:off x="566928" y="3188208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9EDEBBDF-FF52-2B2F-D4DE-E724844E683F}"/>
              </a:ext>
            </a:extLst>
          </p:cNvPr>
          <p:cNvSpPr/>
          <p:nvPr/>
        </p:nvSpPr>
        <p:spPr>
          <a:xfrm>
            <a:off x="566928" y="3224784"/>
            <a:ext cx="132588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2</a:t>
            </a:r>
            <a:endParaRPr lang="en-US" sz="800" dirty="0"/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9FEF471B-EEC3-916E-8B77-9E144023FD2D}"/>
              </a:ext>
            </a:extLst>
          </p:cNvPr>
          <p:cNvSpPr/>
          <p:nvPr/>
        </p:nvSpPr>
        <p:spPr>
          <a:xfrm>
            <a:off x="1984248" y="3224784"/>
            <a:ext cx="24231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선의 0인 인간이 균열에 들어가 괴물화됨</a:t>
            </a:r>
            <a:endParaRPr lang="en-US" sz="800" dirty="0"/>
          </a:p>
        </p:txBody>
      </p:sp>
      <p:sp>
        <p:nvSpPr>
          <p:cNvPr id="71" name="Shape 34">
            <a:extLst>
              <a:ext uri="{FF2B5EF4-FFF2-40B4-BE49-F238E27FC236}">
                <a16:creationId xmlns:a16="http://schemas.microsoft.com/office/drawing/2014/main" id="{6A3DA26C-0B33-D3DE-3F72-D580A40FDE1B}"/>
              </a:ext>
            </a:extLst>
          </p:cNvPr>
          <p:cNvSpPr/>
          <p:nvPr/>
        </p:nvSpPr>
        <p:spPr>
          <a:xfrm>
            <a:off x="566928" y="3813048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54E94867-B7B8-B5AA-29F0-236B001EE160}"/>
              </a:ext>
            </a:extLst>
          </p:cNvPr>
          <p:cNvSpPr/>
          <p:nvPr/>
        </p:nvSpPr>
        <p:spPr>
          <a:xfrm>
            <a:off x="566928" y="3849624"/>
            <a:ext cx="132588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3</a:t>
            </a:r>
            <a:endParaRPr lang="en-US" sz="800" dirty="0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32412C44-D6FE-FC0C-9D34-BA24D2821BF9}"/>
              </a:ext>
            </a:extLst>
          </p:cNvPr>
          <p:cNvSpPr/>
          <p:nvPr/>
        </p:nvSpPr>
        <p:spPr>
          <a:xfrm>
            <a:off x="1984248" y="3849624"/>
            <a:ext cx="24231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괴물은 물리적 무기가 아니라 선의로 처치 가능함</a:t>
            </a:r>
            <a:endParaRPr lang="en-US" sz="800" dirty="0"/>
          </a:p>
        </p:txBody>
      </p:sp>
      <p:sp>
        <p:nvSpPr>
          <p:cNvPr id="77" name="Shape 37">
            <a:extLst>
              <a:ext uri="{FF2B5EF4-FFF2-40B4-BE49-F238E27FC236}">
                <a16:creationId xmlns:a16="http://schemas.microsoft.com/office/drawing/2014/main" id="{CCF68091-5EC4-7420-C0C9-39D9F409DCA6}"/>
              </a:ext>
            </a:extLst>
          </p:cNvPr>
          <p:cNvSpPr/>
          <p:nvPr/>
        </p:nvSpPr>
        <p:spPr>
          <a:xfrm>
            <a:off x="566928" y="4437888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4CE7758C-A32B-E24A-4A1F-86AACEDDCB17}"/>
              </a:ext>
            </a:extLst>
          </p:cNvPr>
          <p:cNvSpPr/>
          <p:nvPr/>
        </p:nvSpPr>
        <p:spPr>
          <a:xfrm>
            <a:off x="566928" y="4474464"/>
            <a:ext cx="132588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4</a:t>
            </a:r>
            <a:endParaRPr lang="en-US" sz="800" dirty="0"/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503B40A4-8C2C-D4A9-DA4F-11076BFFBE3A}"/>
              </a:ext>
            </a:extLst>
          </p:cNvPr>
          <p:cNvSpPr/>
          <p:nvPr/>
        </p:nvSpPr>
        <p:spPr>
          <a:xfrm>
            <a:off x="1984248" y="4474464"/>
            <a:ext cx="24231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선의 수치는 사회적 등급과 통제 수단으로 변질됨</a:t>
            </a:r>
            <a:endParaRPr lang="en-US" sz="800" dirty="0"/>
          </a:p>
        </p:txBody>
      </p:sp>
      <p:sp>
        <p:nvSpPr>
          <p:cNvPr id="83" name="Shape 40">
            <a:extLst>
              <a:ext uri="{FF2B5EF4-FFF2-40B4-BE49-F238E27FC236}">
                <a16:creationId xmlns:a16="http://schemas.microsoft.com/office/drawing/2014/main" id="{87886508-68FC-CA6E-5C39-714850C358F4}"/>
              </a:ext>
            </a:extLst>
          </p:cNvPr>
          <p:cNvSpPr/>
          <p:nvPr/>
        </p:nvSpPr>
        <p:spPr>
          <a:xfrm>
            <a:off x="566928" y="5062728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99410C64-E364-AB38-0663-F7C2B4701AFF}"/>
              </a:ext>
            </a:extLst>
          </p:cNvPr>
          <p:cNvSpPr/>
          <p:nvPr/>
        </p:nvSpPr>
        <p:spPr>
          <a:xfrm>
            <a:off x="566928" y="5099304"/>
            <a:ext cx="132588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5</a:t>
            </a:r>
            <a:endParaRPr lang="en-US" sz="800" dirty="0"/>
          </a:p>
        </p:txBody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618C61CD-91BB-C68D-4894-6CFB5485ABAE}"/>
              </a:ext>
            </a:extLst>
          </p:cNvPr>
          <p:cNvSpPr/>
          <p:nvPr/>
        </p:nvSpPr>
        <p:spPr>
          <a:xfrm>
            <a:off x="1984248" y="5099304"/>
            <a:ext cx="24231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차한해의 비정상적 수치가 강요의 근거가 됨</a:t>
            </a:r>
            <a:endParaRPr lang="en-US" sz="800" dirty="0"/>
          </a:p>
        </p:txBody>
      </p:sp>
      <p:sp>
        <p:nvSpPr>
          <p:cNvPr id="89" name="Text 43">
            <a:extLst>
              <a:ext uri="{FF2B5EF4-FFF2-40B4-BE49-F238E27FC236}">
                <a16:creationId xmlns:a16="http://schemas.microsoft.com/office/drawing/2014/main" id="{7411D4B0-69E6-B8E3-3C7B-67478F0661D3}"/>
              </a:ext>
            </a:extLst>
          </p:cNvPr>
          <p:cNvSpPr/>
          <p:nvPr/>
        </p:nvSpPr>
        <p:spPr>
          <a:xfrm>
            <a:off x="4617720" y="1975104"/>
            <a:ext cx="31089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통제선, 방송 카메라, 구경꾼 배치</a:t>
            </a:r>
            <a:endParaRPr lang="en-US" sz="800" dirty="0"/>
          </a:p>
        </p:txBody>
      </p:sp>
      <p:sp>
        <p:nvSpPr>
          <p:cNvPr id="91" name="Text 44">
            <a:extLst>
              <a:ext uri="{FF2B5EF4-FFF2-40B4-BE49-F238E27FC236}">
                <a16:creationId xmlns:a16="http://schemas.microsoft.com/office/drawing/2014/main" id="{D813DA88-D695-2751-07DD-FA246BA66083}"/>
              </a:ext>
            </a:extLst>
          </p:cNvPr>
          <p:cNvSpPr/>
          <p:nvPr/>
        </p:nvSpPr>
        <p:spPr>
          <a:xfrm>
            <a:off x="8183880" y="1975104"/>
            <a:ext cx="33375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사회가 재난을 구경거리로 소비함</a:t>
            </a:r>
            <a:endParaRPr lang="en-US" sz="800" dirty="0"/>
          </a:p>
        </p:txBody>
      </p:sp>
      <p:sp>
        <p:nvSpPr>
          <p:cNvPr id="93" name="Shape 45">
            <a:extLst>
              <a:ext uri="{FF2B5EF4-FFF2-40B4-BE49-F238E27FC236}">
                <a16:creationId xmlns:a16="http://schemas.microsoft.com/office/drawing/2014/main" id="{F541A504-2D60-65C6-41F4-FC2F2049026F}"/>
              </a:ext>
            </a:extLst>
          </p:cNvPr>
          <p:cNvSpPr/>
          <p:nvPr/>
        </p:nvSpPr>
        <p:spPr>
          <a:xfrm>
            <a:off x="4617720" y="2688336"/>
            <a:ext cx="31089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95" name="Shape 46">
            <a:extLst>
              <a:ext uri="{FF2B5EF4-FFF2-40B4-BE49-F238E27FC236}">
                <a16:creationId xmlns:a16="http://schemas.microsoft.com/office/drawing/2014/main" id="{D2786A6D-85E9-F6FB-27B3-69D1D2304041}"/>
              </a:ext>
            </a:extLst>
          </p:cNvPr>
          <p:cNvSpPr/>
          <p:nvPr/>
        </p:nvSpPr>
        <p:spPr>
          <a:xfrm>
            <a:off x="8183880" y="2688336"/>
            <a:ext cx="33375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97" name="Text 47">
            <a:extLst>
              <a:ext uri="{FF2B5EF4-FFF2-40B4-BE49-F238E27FC236}">
                <a16:creationId xmlns:a16="http://schemas.microsoft.com/office/drawing/2014/main" id="{531B10FB-FB37-08A6-239A-1766931E17CF}"/>
              </a:ext>
            </a:extLst>
          </p:cNvPr>
          <p:cNvSpPr/>
          <p:nvPr/>
        </p:nvSpPr>
        <p:spPr>
          <a:xfrm>
            <a:off x="4617720" y="2724912"/>
            <a:ext cx="31089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경찰의 졸음, 꺼진 손전등</a:t>
            </a:r>
            <a:endParaRPr lang="en-US" sz="800" dirty="0"/>
          </a:p>
        </p:txBody>
      </p:sp>
      <p:sp>
        <p:nvSpPr>
          <p:cNvPr id="99" name="Text 48">
            <a:extLst>
              <a:ext uri="{FF2B5EF4-FFF2-40B4-BE49-F238E27FC236}">
                <a16:creationId xmlns:a16="http://schemas.microsoft.com/office/drawing/2014/main" id="{2DA14731-F2A5-96FB-72B7-BE007BF4E474}"/>
              </a:ext>
            </a:extLst>
          </p:cNvPr>
          <p:cNvSpPr/>
          <p:nvPr/>
        </p:nvSpPr>
        <p:spPr>
          <a:xfrm>
            <a:off x="8183880" y="2724912"/>
            <a:ext cx="33375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감시 체계의 허술함 인식</a:t>
            </a:r>
            <a:endParaRPr lang="en-US" sz="800" dirty="0"/>
          </a:p>
        </p:txBody>
      </p:sp>
      <p:sp>
        <p:nvSpPr>
          <p:cNvPr id="101" name="Shape 49">
            <a:extLst>
              <a:ext uri="{FF2B5EF4-FFF2-40B4-BE49-F238E27FC236}">
                <a16:creationId xmlns:a16="http://schemas.microsoft.com/office/drawing/2014/main" id="{10F220E1-3CAE-DE96-1851-9D565EDF363E}"/>
              </a:ext>
            </a:extLst>
          </p:cNvPr>
          <p:cNvSpPr/>
          <p:nvPr/>
        </p:nvSpPr>
        <p:spPr>
          <a:xfrm>
            <a:off x="4617720" y="3438144"/>
            <a:ext cx="31089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03" name="Shape 50">
            <a:extLst>
              <a:ext uri="{FF2B5EF4-FFF2-40B4-BE49-F238E27FC236}">
                <a16:creationId xmlns:a16="http://schemas.microsoft.com/office/drawing/2014/main" id="{0366DD22-9B3B-111C-822E-F7892CFEA50A}"/>
              </a:ext>
            </a:extLst>
          </p:cNvPr>
          <p:cNvSpPr/>
          <p:nvPr/>
        </p:nvSpPr>
        <p:spPr>
          <a:xfrm>
            <a:off x="8183880" y="3438144"/>
            <a:ext cx="33375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05" name="Text 51">
            <a:extLst>
              <a:ext uri="{FF2B5EF4-FFF2-40B4-BE49-F238E27FC236}">
                <a16:creationId xmlns:a16="http://schemas.microsoft.com/office/drawing/2014/main" id="{866FF338-9D9B-F687-50D5-DAB13AB1902A}"/>
              </a:ext>
            </a:extLst>
          </p:cNvPr>
          <p:cNvSpPr/>
          <p:nvPr/>
        </p:nvSpPr>
        <p:spPr>
          <a:xfrm>
            <a:off x="4617720" y="3474720"/>
            <a:ext cx="31089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 안으로 이어지는 발자국</a:t>
            </a:r>
            <a:endParaRPr lang="en-US" sz="800" dirty="0"/>
          </a:p>
        </p:txBody>
      </p:sp>
      <p:sp>
        <p:nvSpPr>
          <p:cNvPr id="107" name="Text 52">
            <a:extLst>
              <a:ext uri="{FF2B5EF4-FFF2-40B4-BE49-F238E27FC236}">
                <a16:creationId xmlns:a16="http://schemas.microsoft.com/office/drawing/2014/main" id="{A22FD8EA-D4AC-3DD6-C0D9-6A532AA94739}"/>
              </a:ext>
            </a:extLst>
          </p:cNvPr>
          <p:cNvSpPr/>
          <p:nvPr/>
        </p:nvSpPr>
        <p:spPr>
          <a:xfrm>
            <a:off x="8183880" y="3474720"/>
            <a:ext cx="33375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괴물 발생 원인 추론</a:t>
            </a:r>
            <a:endParaRPr lang="en-US" sz="800" dirty="0"/>
          </a:p>
        </p:txBody>
      </p:sp>
      <p:sp>
        <p:nvSpPr>
          <p:cNvPr id="109" name="Shape 53">
            <a:extLst>
              <a:ext uri="{FF2B5EF4-FFF2-40B4-BE49-F238E27FC236}">
                <a16:creationId xmlns:a16="http://schemas.microsoft.com/office/drawing/2014/main" id="{FB4DDDF3-D628-038E-0FDB-86D40A3C8F66}"/>
              </a:ext>
            </a:extLst>
          </p:cNvPr>
          <p:cNvSpPr/>
          <p:nvPr/>
        </p:nvSpPr>
        <p:spPr>
          <a:xfrm>
            <a:off x="4617720" y="4187952"/>
            <a:ext cx="31089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11" name="Shape 54">
            <a:extLst>
              <a:ext uri="{FF2B5EF4-FFF2-40B4-BE49-F238E27FC236}">
                <a16:creationId xmlns:a16="http://schemas.microsoft.com/office/drawing/2014/main" id="{C7E02FDD-54B7-E687-1ECE-03FE78DD56FF}"/>
              </a:ext>
            </a:extLst>
          </p:cNvPr>
          <p:cNvSpPr/>
          <p:nvPr/>
        </p:nvSpPr>
        <p:spPr>
          <a:xfrm>
            <a:off x="8183880" y="4187952"/>
            <a:ext cx="33375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13" name="Text 55">
            <a:extLst>
              <a:ext uri="{FF2B5EF4-FFF2-40B4-BE49-F238E27FC236}">
                <a16:creationId xmlns:a16="http://schemas.microsoft.com/office/drawing/2014/main" id="{C9389189-6E3F-CE24-7C77-7F7CCD7D1F2F}"/>
              </a:ext>
            </a:extLst>
          </p:cNvPr>
          <p:cNvSpPr/>
          <p:nvPr/>
        </p:nvSpPr>
        <p:spPr>
          <a:xfrm>
            <a:off x="4617720" y="4224528"/>
            <a:ext cx="31089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유튜버 생방송 UI</a:t>
            </a:r>
            <a:endParaRPr lang="en-US" sz="800" dirty="0"/>
          </a:p>
        </p:txBody>
      </p:sp>
      <p:sp>
        <p:nvSpPr>
          <p:cNvPr id="115" name="Text 56">
            <a:extLst>
              <a:ext uri="{FF2B5EF4-FFF2-40B4-BE49-F238E27FC236}">
                <a16:creationId xmlns:a16="http://schemas.microsoft.com/office/drawing/2014/main" id="{37BF2241-69E4-6936-6460-B852E6E0FAD4}"/>
              </a:ext>
            </a:extLst>
          </p:cNvPr>
          <p:cNvSpPr/>
          <p:nvPr/>
        </p:nvSpPr>
        <p:spPr>
          <a:xfrm>
            <a:off x="8183880" y="4224528"/>
            <a:ext cx="33375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선의 수치가 공개 정보로 전환됨</a:t>
            </a:r>
            <a:endParaRPr lang="en-US" sz="800" dirty="0"/>
          </a:p>
        </p:txBody>
      </p:sp>
      <p:sp>
        <p:nvSpPr>
          <p:cNvPr id="117" name="Shape 57">
            <a:extLst>
              <a:ext uri="{FF2B5EF4-FFF2-40B4-BE49-F238E27FC236}">
                <a16:creationId xmlns:a16="http://schemas.microsoft.com/office/drawing/2014/main" id="{369C710D-807E-5DE0-72F0-E498D7ECA28D}"/>
              </a:ext>
            </a:extLst>
          </p:cNvPr>
          <p:cNvSpPr/>
          <p:nvPr/>
        </p:nvSpPr>
        <p:spPr>
          <a:xfrm>
            <a:off x="4617720" y="4937760"/>
            <a:ext cx="31089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19" name="Shape 58">
            <a:extLst>
              <a:ext uri="{FF2B5EF4-FFF2-40B4-BE49-F238E27FC236}">
                <a16:creationId xmlns:a16="http://schemas.microsoft.com/office/drawing/2014/main" id="{5CCBC64A-35A3-84D4-5865-F8AC25251647}"/>
              </a:ext>
            </a:extLst>
          </p:cNvPr>
          <p:cNvSpPr/>
          <p:nvPr/>
        </p:nvSpPr>
        <p:spPr>
          <a:xfrm>
            <a:off x="8183880" y="4937760"/>
            <a:ext cx="33375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21" name="Text 59">
            <a:extLst>
              <a:ext uri="{FF2B5EF4-FFF2-40B4-BE49-F238E27FC236}">
                <a16:creationId xmlns:a16="http://schemas.microsoft.com/office/drawing/2014/main" id="{AB87AB3E-AFBC-A0B9-43A5-F34C9601A6A2}"/>
              </a:ext>
            </a:extLst>
          </p:cNvPr>
          <p:cNvSpPr/>
          <p:nvPr/>
        </p:nvSpPr>
        <p:spPr>
          <a:xfrm>
            <a:off x="4617720" y="4974336"/>
            <a:ext cx="31089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선의관리국 안내문, 측정소</a:t>
            </a:r>
            <a:endParaRPr lang="en-US" sz="800" dirty="0"/>
          </a:p>
        </p:txBody>
      </p:sp>
      <p:sp>
        <p:nvSpPr>
          <p:cNvPr id="123" name="Text 60">
            <a:extLst>
              <a:ext uri="{FF2B5EF4-FFF2-40B4-BE49-F238E27FC236}">
                <a16:creationId xmlns:a16="http://schemas.microsoft.com/office/drawing/2014/main" id="{602149C8-B9BF-5BAD-1E96-5FBE4D6C5B24}"/>
              </a:ext>
            </a:extLst>
          </p:cNvPr>
          <p:cNvSpPr/>
          <p:nvPr/>
        </p:nvSpPr>
        <p:spPr>
          <a:xfrm>
            <a:off x="8183880" y="4974336"/>
            <a:ext cx="33375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세계가 제도적으로 변해가는 흐름 인식</a:t>
            </a:r>
            <a:endParaRPr lang="en-US" sz="800" dirty="0"/>
          </a:p>
        </p:txBody>
      </p:sp>
      <p:sp>
        <p:nvSpPr>
          <p:cNvPr id="125" name="Shape 61">
            <a:extLst>
              <a:ext uri="{FF2B5EF4-FFF2-40B4-BE49-F238E27FC236}">
                <a16:creationId xmlns:a16="http://schemas.microsoft.com/office/drawing/2014/main" id="{CA4BDC9D-4BCD-843B-05F9-770CE9C8BED3}"/>
              </a:ext>
            </a:extLst>
          </p:cNvPr>
          <p:cNvSpPr/>
          <p:nvPr/>
        </p:nvSpPr>
        <p:spPr>
          <a:xfrm>
            <a:off x="4434840" y="1847088"/>
            <a:ext cx="0" cy="3803904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27" name="Shape 62">
            <a:extLst>
              <a:ext uri="{FF2B5EF4-FFF2-40B4-BE49-F238E27FC236}">
                <a16:creationId xmlns:a16="http://schemas.microsoft.com/office/drawing/2014/main" id="{DA373A35-931B-2078-DEC1-6188D3FEF51B}"/>
              </a:ext>
            </a:extLst>
          </p:cNvPr>
          <p:cNvSpPr/>
          <p:nvPr/>
        </p:nvSpPr>
        <p:spPr>
          <a:xfrm>
            <a:off x="8001000" y="1847088"/>
            <a:ext cx="0" cy="3803904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29" name="Text 63">
            <a:extLst>
              <a:ext uri="{FF2B5EF4-FFF2-40B4-BE49-F238E27FC236}">
                <a16:creationId xmlns:a16="http://schemas.microsoft.com/office/drawing/2014/main" id="{9EAD1618-86FD-485A-1E94-AA95E116DE51}"/>
              </a:ext>
            </a:extLst>
          </p:cNvPr>
          <p:cNvSpPr/>
          <p:nvPr/>
        </p:nvSpPr>
        <p:spPr>
          <a:xfrm>
            <a:off x="530352" y="1078992"/>
            <a:ext cx="11109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균열과 괴물의 규칙을 재난 대응 과정 속에서 공개하며, 선의가 사회적 통제 수단으로 </a:t>
            </a:r>
            <a:r>
              <a:rPr lang="en-US" sz="910" b="1" dirty="0" err="1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변질되는</a:t>
            </a:r>
            <a:r>
              <a:rPr lang="en-US" sz="91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910" b="1" dirty="0" err="1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전환점</a:t>
            </a:r>
            <a:endParaRPr lang="en-US" sz="910" dirty="0"/>
          </a:p>
        </p:txBody>
      </p:sp>
    </p:spTree>
    <p:extLst>
      <p:ext uri="{BB962C8B-B14F-4D97-AF65-F5344CB8AC3E}">
        <p14:creationId xmlns:p14="http://schemas.microsoft.com/office/powerpoint/2010/main" val="1840991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714FF9-9C84-95ED-BDA7-1C41F719D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18">
            <a:extLst>
              <a:ext uri="{FF2B5EF4-FFF2-40B4-BE49-F238E27FC236}">
                <a16:creationId xmlns:a16="http://schemas.microsoft.com/office/drawing/2014/main" id="{AFC2133F-A200-065C-B109-6CA38EDBF034}"/>
              </a:ext>
            </a:extLst>
          </p:cNvPr>
          <p:cNvSpPr/>
          <p:nvPr/>
        </p:nvSpPr>
        <p:spPr>
          <a:xfrm>
            <a:off x="502920" y="636422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A93B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탐색 · 회피 · 기억 체험 · 보스전</a:t>
            </a:r>
            <a:endParaRPr lang="en-US" sz="75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DAB1CF39-30A6-F9B5-2FCE-414718EFE22C}"/>
              </a:ext>
            </a:extLst>
          </p:cNvPr>
          <p:cNvSpPr/>
          <p:nvPr/>
        </p:nvSpPr>
        <p:spPr>
          <a:xfrm>
            <a:off x="502920" y="310896"/>
            <a:ext cx="937260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퀘스트 4. 폐교 챕터 — 이벤트 &amp; 트리거</a:t>
            </a:r>
            <a:endParaRPr lang="en-US" sz="255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897940BD-E1EA-7024-AC7E-4A12B2D65FCB}"/>
              </a:ext>
            </a:extLst>
          </p:cNvPr>
          <p:cNvSpPr/>
          <p:nvPr/>
        </p:nvSpPr>
        <p:spPr>
          <a:xfrm>
            <a:off x="530352" y="85039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탐색 · 회피 · 기억 체험 · 보스전</a:t>
            </a:r>
            <a:endParaRPr lang="en-US" sz="95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330A7AAA-DB88-3FF6-BF6E-7E45C5B22152}"/>
              </a:ext>
            </a:extLst>
          </p:cNvPr>
          <p:cNvSpPr/>
          <p:nvPr/>
        </p:nvSpPr>
        <p:spPr>
          <a:xfrm>
            <a:off x="530352" y="1499616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No.</a:t>
            </a:r>
            <a:endParaRPr lang="en-US" sz="105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37C90183-3F35-620A-36F3-38763928A590}"/>
              </a:ext>
            </a:extLst>
          </p:cNvPr>
          <p:cNvSpPr/>
          <p:nvPr/>
        </p:nvSpPr>
        <p:spPr>
          <a:xfrm>
            <a:off x="1170432" y="1499616"/>
            <a:ext cx="4617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6E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트리거</a:t>
            </a:r>
            <a:endParaRPr lang="en-US" sz="125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E380F05F-18D8-492B-E567-2AF2EA3CAB4F}"/>
              </a:ext>
            </a:extLst>
          </p:cNvPr>
          <p:cNvSpPr/>
          <p:nvPr/>
        </p:nvSpPr>
        <p:spPr>
          <a:xfrm>
            <a:off x="6016752" y="1499616"/>
            <a:ext cx="5577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4F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이벤트</a:t>
            </a:r>
            <a:endParaRPr lang="en-US" sz="1250" dirty="0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5A6831CD-E454-46AE-D612-95EBC1D83360}"/>
              </a:ext>
            </a:extLst>
          </p:cNvPr>
          <p:cNvSpPr/>
          <p:nvPr/>
        </p:nvSpPr>
        <p:spPr>
          <a:xfrm>
            <a:off x="530352" y="1819656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F147B6F2-30D2-3E8D-55A7-BD556335422C}"/>
              </a:ext>
            </a:extLst>
          </p:cNvPr>
          <p:cNvSpPr/>
          <p:nvPr/>
        </p:nvSpPr>
        <p:spPr>
          <a:xfrm>
            <a:off x="530352" y="1965960"/>
            <a:ext cx="502920" cy="42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920" dirty="0"/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263231C8-A403-F476-B9D8-2DE28D0957E6}"/>
              </a:ext>
            </a:extLst>
          </p:cNvPr>
          <p:cNvSpPr/>
          <p:nvPr/>
        </p:nvSpPr>
        <p:spPr>
          <a:xfrm>
            <a:off x="1170432" y="1956816"/>
            <a:ext cx="457200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폐교 입장</a:t>
            </a:r>
            <a:endParaRPr lang="en-US" sz="930" dirty="0"/>
          </a:p>
        </p:txBody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1DDB568C-00AD-5CF3-2FF8-9E9CD491FB0B}"/>
              </a:ext>
            </a:extLst>
          </p:cNvPr>
          <p:cNvSpPr/>
          <p:nvPr/>
        </p:nvSpPr>
        <p:spPr>
          <a:xfrm>
            <a:off x="6016752" y="1956816"/>
            <a:ext cx="562356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보랏빛 균열 흔적, 일반 변이체 배치</a:t>
            </a:r>
            <a:endParaRPr lang="en-US" sz="930" dirty="0"/>
          </a:p>
        </p:txBody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A2903A3F-B07E-8F45-BC23-E980FBF12276}"/>
              </a:ext>
            </a:extLst>
          </p:cNvPr>
          <p:cNvSpPr/>
          <p:nvPr/>
        </p:nvSpPr>
        <p:spPr>
          <a:xfrm>
            <a:off x="530352" y="239776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CB2679EF-B9D3-3807-0F65-EF717A8B03EE}"/>
              </a:ext>
            </a:extLst>
          </p:cNvPr>
          <p:cNvSpPr/>
          <p:nvPr/>
        </p:nvSpPr>
        <p:spPr>
          <a:xfrm>
            <a:off x="530352" y="2443480"/>
            <a:ext cx="502920" cy="42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920" dirty="0"/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8F2699DB-E330-7E2B-E273-D44A4EC43EA4}"/>
              </a:ext>
            </a:extLst>
          </p:cNvPr>
          <p:cNvSpPr/>
          <p:nvPr/>
        </p:nvSpPr>
        <p:spPr>
          <a:xfrm>
            <a:off x="1170432" y="2434336"/>
            <a:ext cx="457200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보건실 침대 근처 접근</a:t>
            </a:r>
            <a:endParaRPr lang="en-US" sz="930" dirty="0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667D79B9-3670-E508-0FE7-58D0E2B37E5A}"/>
              </a:ext>
            </a:extLst>
          </p:cNvPr>
          <p:cNvSpPr/>
          <p:nvPr/>
        </p:nvSpPr>
        <p:spPr>
          <a:xfrm>
            <a:off x="6016752" y="2434336"/>
            <a:ext cx="562356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숨기 UI 표시, 환영체 회피 규칙 학습</a:t>
            </a:r>
            <a:endParaRPr lang="en-US" sz="930" dirty="0"/>
          </a:p>
        </p:txBody>
      </p:sp>
      <p:sp>
        <p:nvSpPr>
          <p:cNvPr id="69" name="Shape 33">
            <a:extLst>
              <a:ext uri="{FF2B5EF4-FFF2-40B4-BE49-F238E27FC236}">
                <a16:creationId xmlns:a16="http://schemas.microsoft.com/office/drawing/2014/main" id="{85E272EB-4AB0-02D0-B6D0-98424CB2B1AF}"/>
              </a:ext>
            </a:extLst>
          </p:cNvPr>
          <p:cNvSpPr/>
          <p:nvPr/>
        </p:nvSpPr>
        <p:spPr>
          <a:xfrm>
            <a:off x="530352" y="287528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71" name="Text 34">
            <a:extLst>
              <a:ext uri="{FF2B5EF4-FFF2-40B4-BE49-F238E27FC236}">
                <a16:creationId xmlns:a16="http://schemas.microsoft.com/office/drawing/2014/main" id="{20CABE20-7D62-89A2-76AC-2BD8CCD5A563}"/>
              </a:ext>
            </a:extLst>
          </p:cNvPr>
          <p:cNvSpPr/>
          <p:nvPr/>
        </p:nvSpPr>
        <p:spPr>
          <a:xfrm>
            <a:off x="530352" y="2921000"/>
            <a:ext cx="502920" cy="42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920" dirty="0"/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2020A27E-0AED-CB0B-3F5E-EDD61247E817}"/>
              </a:ext>
            </a:extLst>
          </p:cNvPr>
          <p:cNvSpPr/>
          <p:nvPr/>
        </p:nvSpPr>
        <p:spPr>
          <a:xfrm>
            <a:off x="1170432" y="2911856"/>
            <a:ext cx="457200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특정 교실 및 복도 진입</a:t>
            </a:r>
            <a:endParaRPr lang="en-US" sz="930" dirty="0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68B833BC-6268-8DAA-B172-2AE30B42633B}"/>
              </a:ext>
            </a:extLst>
          </p:cNvPr>
          <p:cNvSpPr/>
          <p:nvPr/>
        </p:nvSpPr>
        <p:spPr>
          <a:xfrm>
            <a:off x="6016752" y="2911856"/>
            <a:ext cx="562356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포스터, 책상, 낙서 등 기억 단서 노출</a:t>
            </a:r>
            <a:endParaRPr lang="en-US" sz="930" dirty="0"/>
          </a:p>
        </p:txBody>
      </p:sp>
      <p:sp>
        <p:nvSpPr>
          <p:cNvPr id="77" name="Shape 37">
            <a:extLst>
              <a:ext uri="{FF2B5EF4-FFF2-40B4-BE49-F238E27FC236}">
                <a16:creationId xmlns:a16="http://schemas.microsoft.com/office/drawing/2014/main" id="{DD8DFE0E-5CC0-D9D4-F558-93E1E9A8EB15}"/>
              </a:ext>
            </a:extLst>
          </p:cNvPr>
          <p:cNvSpPr/>
          <p:nvPr/>
        </p:nvSpPr>
        <p:spPr>
          <a:xfrm>
            <a:off x="530352" y="335280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43C6C5B7-8CE2-43FD-B1F5-CEC2323447AC}"/>
              </a:ext>
            </a:extLst>
          </p:cNvPr>
          <p:cNvSpPr/>
          <p:nvPr/>
        </p:nvSpPr>
        <p:spPr>
          <a:xfrm>
            <a:off x="530352" y="3398520"/>
            <a:ext cx="502920" cy="42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920" dirty="0"/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8922C5FB-6694-BF8D-B0BB-79722ED41E6D}"/>
              </a:ext>
            </a:extLst>
          </p:cNvPr>
          <p:cNvSpPr/>
          <p:nvPr/>
        </p:nvSpPr>
        <p:spPr>
          <a:xfrm>
            <a:off x="1170432" y="3389376"/>
            <a:ext cx="457200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 공간 진입 오브젝트 조사</a:t>
            </a:r>
            <a:endParaRPr lang="en-US" sz="93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A9944E8A-C1EC-B547-060E-7A94519FCFFA}"/>
              </a:ext>
            </a:extLst>
          </p:cNvPr>
          <p:cNvSpPr/>
          <p:nvPr/>
        </p:nvSpPr>
        <p:spPr>
          <a:xfrm>
            <a:off x="6016752" y="3389376"/>
            <a:ext cx="562356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평범한 학교 공간으로 전환</a:t>
            </a:r>
            <a:endParaRPr lang="en-US" sz="930" dirty="0"/>
          </a:p>
        </p:txBody>
      </p:sp>
      <p:sp>
        <p:nvSpPr>
          <p:cNvPr id="85" name="Shape 41">
            <a:extLst>
              <a:ext uri="{FF2B5EF4-FFF2-40B4-BE49-F238E27FC236}">
                <a16:creationId xmlns:a16="http://schemas.microsoft.com/office/drawing/2014/main" id="{1ACEDB24-CE2D-6863-B82A-74E515A1FC6D}"/>
              </a:ext>
            </a:extLst>
          </p:cNvPr>
          <p:cNvSpPr/>
          <p:nvPr/>
        </p:nvSpPr>
        <p:spPr>
          <a:xfrm>
            <a:off x="530352" y="383032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617D9D31-7729-FFE4-BA2B-122B66BCC8EA}"/>
              </a:ext>
            </a:extLst>
          </p:cNvPr>
          <p:cNvSpPr/>
          <p:nvPr/>
        </p:nvSpPr>
        <p:spPr>
          <a:xfrm>
            <a:off x="530352" y="3876040"/>
            <a:ext cx="502920" cy="42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920" dirty="0"/>
          </a:p>
        </p:txBody>
      </p:sp>
      <p:sp>
        <p:nvSpPr>
          <p:cNvPr id="89" name="Text 43">
            <a:extLst>
              <a:ext uri="{FF2B5EF4-FFF2-40B4-BE49-F238E27FC236}">
                <a16:creationId xmlns:a16="http://schemas.microsoft.com/office/drawing/2014/main" id="{FB35AA06-EEF2-B790-DB1F-40D124849D3A}"/>
              </a:ext>
            </a:extLst>
          </p:cNvPr>
          <p:cNvSpPr/>
          <p:nvPr/>
        </p:nvSpPr>
        <p:spPr>
          <a:xfrm>
            <a:off x="1170432" y="3866896"/>
            <a:ext cx="457200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급식소 미니게임 진행</a:t>
            </a:r>
            <a:endParaRPr lang="en-US" sz="930" dirty="0"/>
          </a:p>
        </p:txBody>
      </p:sp>
      <p:sp>
        <p:nvSpPr>
          <p:cNvPr id="91" name="Text 44">
            <a:extLst>
              <a:ext uri="{FF2B5EF4-FFF2-40B4-BE49-F238E27FC236}">
                <a16:creationId xmlns:a16="http://schemas.microsoft.com/office/drawing/2014/main" id="{248625D3-D5D3-595F-B0F2-C66D728F3F1E}"/>
              </a:ext>
            </a:extLst>
          </p:cNvPr>
          <p:cNvSpPr/>
          <p:nvPr/>
        </p:nvSpPr>
        <p:spPr>
          <a:xfrm>
            <a:off x="6016752" y="3866896"/>
            <a:ext cx="562356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거리두기, 소외감, 학교폭력 정서 체험</a:t>
            </a:r>
            <a:endParaRPr lang="en-US" sz="930" dirty="0"/>
          </a:p>
        </p:txBody>
      </p:sp>
      <p:sp>
        <p:nvSpPr>
          <p:cNvPr id="93" name="Shape 45">
            <a:extLst>
              <a:ext uri="{FF2B5EF4-FFF2-40B4-BE49-F238E27FC236}">
                <a16:creationId xmlns:a16="http://schemas.microsoft.com/office/drawing/2014/main" id="{6E2F0F8F-3432-052B-4249-BCF779B2E958}"/>
              </a:ext>
            </a:extLst>
          </p:cNvPr>
          <p:cNvSpPr/>
          <p:nvPr/>
        </p:nvSpPr>
        <p:spPr>
          <a:xfrm>
            <a:off x="530352" y="430784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95" name="Text 46">
            <a:extLst>
              <a:ext uri="{FF2B5EF4-FFF2-40B4-BE49-F238E27FC236}">
                <a16:creationId xmlns:a16="http://schemas.microsoft.com/office/drawing/2014/main" id="{A30D36B3-DB72-8BCB-9393-A0EABDDE3307}"/>
              </a:ext>
            </a:extLst>
          </p:cNvPr>
          <p:cNvSpPr/>
          <p:nvPr/>
        </p:nvSpPr>
        <p:spPr>
          <a:xfrm>
            <a:off x="530352" y="4353560"/>
            <a:ext cx="502920" cy="42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920" dirty="0"/>
          </a:p>
        </p:txBody>
      </p:sp>
      <p:sp>
        <p:nvSpPr>
          <p:cNvPr id="97" name="Text 47">
            <a:extLst>
              <a:ext uri="{FF2B5EF4-FFF2-40B4-BE49-F238E27FC236}">
                <a16:creationId xmlns:a16="http://schemas.microsoft.com/office/drawing/2014/main" id="{16B73B59-DF5A-172B-1935-08E30959D0BB}"/>
              </a:ext>
            </a:extLst>
          </p:cNvPr>
          <p:cNvSpPr/>
          <p:nvPr/>
        </p:nvSpPr>
        <p:spPr>
          <a:xfrm>
            <a:off x="1170432" y="4344416"/>
            <a:ext cx="457200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1학년 3반으로 복귀</a:t>
            </a:r>
            <a:endParaRPr lang="en-US" sz="930" dirty="0"/>
          </a:p>
        </p:txBody>
      </p:sp>
      <p:sp>
        <p:nvSpPr>
          <p:cNvPr id="99" name="Text 48">
            <a:extLst>
              <a:ext uri="{FF2B5EF4-FFF2-40B4-BE49-F238E27FC236}">
                <a16:creationId xmlns:a16="http://schemas.microsoft.com/office/drawing/2014/main" id="{D8D4C50B-9ABD-7FA0-DC57-1AD29A9D7519}"/>
              </a:ext>
            </a:extLst>
          </p:cNvPr>
          <p:cNvSpPr/>
          <p:nvPr/>
        </p:nvSpPr>
        <p:spPr>
          <a:xfrm>
            <a:off x="6016752" y="4344416"/>
            <a:ext cx="562356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현실 폐교 공간으로 재전환</a:t>
            </a:r>
            <a:endParaRPr lang="en-US" sz="930" dirty="0"/>
          </a:p>
        </p:txBody>
      </p:sp>
      <p:sp>
        <p:nvSpPr>
          <p:cNvPr id="101" name="Shape 49">
            <a:extLst>
              <a:ext uri="{FF2B5EF4-FFF2-40B4-BE49-F238E27FC236}">
                <a16:creationId xmlns:a16="http://schemas.microsoft.com/office/drawing/2014/main" id="{0A36E066-0CA6-5C75-C4B2-42FE0ABD6304}"/>
              </a:ext>
            </a:extLst>
          </p:cNvPr>
          <p:cNvSpPr/>
          <p:nvPr/>
        </p:nvSpPr>
        <p:spPr>
          <a:xfrm>
            <a:off x="530352" y="478536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03" name="Text 50">
            <a:extLst>
              <a:ext uri="{FF2B5EF4-FFF2-40B4-BE49-F238E27FC236}">
                <a16:creationId xmlns:a16="http://schemas.microsoft.com/office/drawing/2014/main" id="{777F4C98-4848-09D4-CD27-9DAC503F524E}"/>
              </a:ext>
            </a:extLst>
          </p:cNvPr>
          <p:cNvSpPr/>
          <p:nvPr/>
        </p:nvSpPr>
        <p:spPr>
          <a:xfrm>
            <a:off x="530352" y="4831080"/>
            <a:ext cx="502920" cy="42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920" dirty="0"/>
          </a:p>
        </p:txBody>
      </p:sp>
      <p:sp>
        <p:nvSpPr>
          <p:cNvPr id="105" name="Text 51">
            <a:extLst>
              <a:ext uri="{FF2B5EF4-FFF2-40B4-BE49-F238E27FC236}">
                <a16:creationId xmlns:a16="http://schemas.microsoft.com/office/drawing/2014/main" id="{65DCC3D8-C853-1509-9FC0-3FF23497E57A}"/>
              </a:ext>
            </a:extLst>
          </p:cNvPr>
          <p:cNvSpPr/>
          <p:nvPr/>
        </p:nvSpPr>
        <p:spPr>
          <a:xfrm>
            <a:off x="1170432" y="4821936"/>
            <a:ext cx="457200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강당 진입 조건 충족</a:t>
            </a:r>
            <a:endParaRPr lang="en-US" sz="930" dirty="0"/>
          </a:p>
        </p:txBody>
      </p:sp>
      <p:sp>
        <p:nvSpPr>
          <p:cNvPr id="107" name="Text 52">
            <a:extLst>
              <a:ext uri="{FF2B5EF4-FFF2-40B4-BE49-F238E27FC236}">
                <a16:creationId xmlns:a16="http://schemas.microsoft.com/office/drawing/2014/main" id="{6BA43B03-F35F-6565-8567-CFBDCD72F83F}"/>
              </a:ext>
            </a:extLst>
          </p:cNvPr>
          <p:cNvSpPr/>
          <p:nvPr/>
        </p:nvSpPr>
        <p:spPr>
          <a:xfrm>
            <a:off x="6016752" y="4821936"/>
            <a:ext cx="562356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보스 등장 컷씬 발생</a:t>
            </a:r>
            <a:endParaRPr lang="en-US" sz="930" dirty="0"/>
          </a:p>
        </p:txBody>
      </p:sp>
      <p:sp>
        <p:nvSpPr>
          <p:cNvPr id="109" name="Shape 53">
            <a:extLst>
              <a:ext uri="{FF2B5EF4-FFF2-40B4-BE49-F238E27FC236}">
                <a16:creationId xmlns:a16="http://schemas.microsoft.com/office/drawing/2014/main" id="{A1F19EA3-AC40-B07B-3EEF-F956E0F268CA}"/>
              </a:ext>
            </a:extLst>
          </p:cNvPr>
          <p:cNvSpPr/>
          <p:nvPr/>
        </p:nvSpPr>
        <p:spPr>
          <a:xfrm>
            <a:off x="530352" y="526288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11" name="Text 54">
            <a:extLst>
              <a:ext uri="{FF2B5EF4-FFF2-40B4-BE49-F238E27FC236}">
                <a16:creationId xmlns:a16="http://schemas.microsoft.com/office/drawing/2014/main" id="{481A13B8-7457-C9FD-B764-28BB4A8F9A4C}"/>
              </a:ext>
            </a:extLst>
          </p:cNvPr>
          <p:cNvSpPr/>
          <p:nvPr/>
        </p:nvSpPr>
        <p:spPr>
          <a:xfrm>
            <a:off x="530352" y="5308600"/>
            <a:ext cx="502920" cy="42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920" dirty="0"/>
          </a:p>
        </p:txBody>
      </p:sp>
      <p:sp>
        <p:nvSpPr>
          <p:cNvPr id="113" name="Text 55">
            <a:extLst>
              <a:ext uri="{FF2B5EF4-FFF2-40B4-BE49-F238E27FC236}">
                <a16:creationId xmlns:a16="http://schemas.microsoft.com/office/drawing/2014/main" id="{26296A1D-8AC7-03F6-8EAF-FA501B128677}"/>
              </a:ext>
            </a:extLst>
          </p:cNvPr>
          <p:cNvSpPr/>
          <p:nvPr/>
        </p:nvSpPr>
        <p:spPr>
          <a:xfrm>
            <a:off x="1170432" y="5299456"/>
            <a:ext cx="457200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괴물 형태 HP 0 도달</a:t>
            </a:r>
            <a:endParaRPr lang="en-US" sz="930" dirty="0"/>
          </a:p>
        </p:txBody>
      </p:sp>
      <p:sp>
        <p:nvSpPr>
          <p:cNvPr id="115" name="Text 56">
            <a:extLst>
              <a:ext uri="{FF2B5EF4-FFF2-40B4-BE49-F238E27FC236}">
                <a16:creationId xmlns:a16="http://schemas.microsoft.com/office/drawing/2014/main" id="{A267E57B-D21C-7686-111B-284E5F96CB47}"/>
              </a:ext>
            </a:extLst>
          </p:cNvPr>
          <p:cNvSpPr/>
          <p:nvPr/>
        </p:nvSpPr>
        <p:spPr>
          <a:xfrm>
            <a:off x="6016752" y="5299456"/>
            <a:ext cx="562356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우정 목걸이 심장 접촉 연출, 인간형 2페이즈 전환</a:t>
            </a:r>
            <a:endParaRPr lang="en-US" sz="930" dirty="0"/>
          </a:p>
        </p:txBody>
      </p:sp>
      <p:sp>
        <p:nvSpPr>
          <p:cNvPr id="117" name="Shape 57">
            <a:extLst>
              <a:ext uri="{FF2B5EF4-FFF2-40B4-BE49-F238E27FC236}">
                <a16:creationId xmlns:a16="http://schemas.microsoft.com/office/drawing/2014/main" id="{F8D5B3E6-2404-A50C-26F7-84089357C7F1}"/>
              </a:ext>
            </a:extLst>
          </p:cNvPr>
          <p:cNvSpPr/>
          <p:nvPr/>
        </p:nvSpPr>
        <p:spPr>
          <a:xfrm>
            <a:off x="530352" y="574040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19" name="Text 58">
            <a:extLst>
              <a:ext uri="{FF2B5EF4-FFF2-40B4-BE49-F238E27FC236}">
                <a16:creationId xmlns:a16="http://schemas.microsoft.com/office/drawing/2014/main" id="{C7CE7594-C906-A0D1-0BB5-25A93F48098B}"/>
              </a:ext>
            </a:extLst>
          </p:cNvPr>
          <p:cNvSpPr/>
          <p:nvPr/>
        </p:nvSpPr>
        <p:spPr>
          <a:xfrm>
            <a:off x="530352" y="5786120"/>
            <a:ext cx="502920" cy="42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920" dirty="0"/>
          </a:p>
        </p:txBody>
      </p:sp>
      <p:sp>
        <p:nvSpPr>
          <p:cNvPr id="121" name="Text 59">
            <a:extLst>
              <a:ext uri="{FF2B5EF4-FFF2-40B4-BE49-F238E27FC236}">
                <a16:creationId xmlns:a16="http://schemas.microsoft.com/office/drawing/2014/main" id="{85701D74-E15D-F356-F4A4-320022C17A20}"/>
              </a:ext>
            </a:extLst>
          </p:cNvPr>
          <p:cNvSpPr/>
          <p:nvPr/>
        </p:nvSpPr>
        <p:spPr>
          <a:xfrm>
            <a:off x="1170432" y="5776976"/>
            <a:ext cx="457200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인간형 보스전 종료</a:t>
            </a:r>
            <a:endParaRPr lang="en-US" sz="930" dirty="0"/>
          </a:p>
        </p:txBody>
      </p:sp>
      <p:sp>
        <p:nvSpPr>
          <p:cNvPr id="123" name="Text 60">
            <a:extLst>
              <a:ext uri="{FF2B5EF4-FFF2-40B4-BE49-F238E27FC236}">
                <a16:creationId xmlns:a16="http://schemas.microsoft.com/office/drawing/2014/main" id="{F55D4057-EC13-8D12-BC64-870E162B176D}"/>
              </a:ext>
            </a:extLst>
          </p:cNvPr>
          <p:cNvSpPr/>
          <p:nvPr/>
        </p:nvSpPr>
        <p:spPr>
          <a:xfrm>
            <a:off x="6016752" y="5776976"/>
            <a:ext cx="562356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원형 회복, 포옹 연출, 괴물=인간 공개</a:t>
            </a:r>
            <a:endParaRPr lang="en-US" sz="930" dirty="0"/>
          </a:p>
        </p:txBody>
      </p:sp>
      <p:sp>
        <p:nvSpPr>
          <p:cNvPr id="125" name="Text 61">
            <a:extLst>
              <a:ext uri="{FF2B5EF4-FFF2-40B4-BE49-F238E27FC236}">
                <a16:creationId xmlns:a16="http://schemas.microsoft.com/office/drawing/2014/main" id="{064D07EE-74F4-E242-BBC1-E76958FA61C1}"/>
              </a:ext>
            </a:extLst>
          </p:cNvPr>
          <p:cNvSpPr/>
          <p:nvPr/>
        </p:nvSpPr>
        <p:spPr>
          <a:xfrm>
            <a:off x="530352" y="1078992"/>
            <a:ext cx="11109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보스의 과거 설정을 공간, 퍼즐, 환영체, 전투 패턴에 분산 배치하여 플레이어가 보스의 서사를 직접 </a:t>
            </a:r>
            <a:r>
              <a:rPr lang="en-US" sz="910" b="1" dirty="0" err="1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읽도록</a:t>
            </a:r>
            <a:r>
              <a:rPr lang="en-US" sz="91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910" b="1" dirty="0" err="1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구성</a:t>
            </a:r>
            <a:endParaRPr lang="en-US" sz="910" dirty="0"/>
          </a:p>
        </p:txBody>
      </p:sp>
    </p:spTree>
    <p:extLst>
      <p:ext uri="{BB962C8B-B14F-4D97-AF65-F5344CB8AC3E}">
        <p14:creationId xmlns:p14="http://schemas.microsoft.com/office/powerpoint/2010/main" val="452842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E00EEC-FEC2-F08E-9051-649EE79EC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18">
            <a:extLst>
              <a:ext uri="{FF2B5EF4-FFF2-40B4-BE49-F238E27FC236}">
                <a16:creationId xmlns:a16="http://schemas.microsoft.com/office/drawing/2014/main" id="{F8BD285F-5E2A-BCB1-7F8A-BE4D1FF1470A}"/>
              </a:ext>
            </a:extLst>
          </p:cNvPr>
          <p:cNvSpPr/>
          <p:nvPr/>
        </p:nvSpPr>
        <p:spPr>
          <a:xfrm>
            <a:off x="502920" y="636422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A93B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탐색 · 회피 · 기억 체험 · 보스전</a:t>
            </a:r>
            <a:endParaRPr lang="en-US" sz="75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88A5A25E-0A52-353A-045A-831470803DC6}"/>
              </a:ext>
            </a:extLst>
          </p:cNvPr>
          <p:cNvSpPr/>
          <p:nvPr/>
        </p:nvSpPr>
        <p:spPr>
          <a:xfrm>
            <a:off x="502920" y="310896"/>
            <a:ext cx="937260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퀘스트 4. 폐교 챕터 — 설정값 · Lead / Read</a:t>
            </a:r>
            <a:endParaRPr lang="en-US" sz="255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297F29B5-EF43-D876-F79C-9A872E4CFB6E}"/>
              </a:ext>
            </a:extLst>
          </p:cNvPr>
          <p:cNvSpPr/>
          <p:nvPr/>
        </p:nvSpPr>
        <p:spPr>
          <a:xfrm>
            <a:off x="530352" y="85039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탐색 · 회피 · 기억 체험 · 보스전</a:t>
            </a:r>
            <a:endParaRPr lang="en-US" sz="95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767BC430-709C-5996-7F14-7693F22707A9}"/>
              </a:ext>
            </a:extLst>
          </p:cNvPr>
          <p:cNvSpPr/>
          <p:nvPr/>
        </p:nvSpPr>
        <p:spPr>
          <a:xfrm>
            <a:off x="566928" y="1499616"/>
            <a:ext cx="38862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6E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</a:t>
            </a:r>
            <a:endParaRPr lang="en-US" sz="140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7F417DB0-6306-7576-3151-5DCDE4FD0ECC}"/>
              </a:ext>
            </a:extLst>
          </p:cNvPr>
          <p:cNvSpPr/>
          <p:nvPr/>
        </p:nvSpPr>
        <p:spPr>
          <a:xfrm>
            <a:off x="4617720" y="1499616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F29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Quest Lead</a:t>
            </a:r>
            <a:endParaRPr lang="en-US" sz="140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E6FAD4F9-475E-87CA-AA71-1032BC47AF2D}"/>
              </a:ext>
            </a:extLst>
          </p:cNvPr>
          <p:cNvSpPr/>
          <p:nvPr/>
        </p:nvSpPr>
        <p:spPr>
          <a:xfrm>
            <a:off x="8183880" y="1499616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4F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Quest Read</a:t>
            </a:r>
            <a:endParaRPr lang="en-US" sz="1400" dirty="0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C244D5AB-46CB-5296-F2F3-62A97E76BB7C}"/>
              </a:ext>
            </a:extLst>
          </p:cNvPr>
          <p:cNvSpPr/>
          <p:nvPr/>
        </p:nvSpPr>
        <p:spPr>
          <a:xfrm>
            <a:off x="530352" y="1810512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5A33C9DB-B40C-DA30-EEED-A543F583EECE}"/>
              </a:ext>
            </a:extLst>
          </p:cNvPr>
          <p:cNvSpPr/>
          <p:nvPr/>
        </p:nvSpPr>
        <p:spPr>
          <a:xfrm>
            <a:off x="566928" y="1975104"/>
            <a:ext cx="132588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보스 핵심 설정</a:t>
            </a:r>
            <a:endParaRPr lang="en-US" sz="800" dirty="0"/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D8B71DB6-1A7C-8962-D4CA-C00296BDC487}"/>
              </a:ext>
            </a:extLst>
          </p:cNvPr>
          <p:cNvSpPr/>
          <p:nvPr/>
        </p:nvSpPr>
        <p:spPr>
          <a:xfrm>
            <a:off x="1984248" y="1975104"/>
            <a:ext cx="24231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학교폭력 피해자, 주인공의 과거 친구, 괴물화된 인간</a:t>
            </a:r>
            <a:endParaRPr lang="en-US" sz="800" dirty="0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19BABF4F-3B25-6B82-BBE1-A447AA7D3A74}"/>
              </a:ext>
            </a:extLst>
          </p:cNvPr>
          <p:cNvSpPr/>
          <p:nvPr/>
        </p:nvSpPr>
        <p:spPr>
          <a:xfrm>
            <a:off x="566928" y="2563368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09FB3AA6-5015-4DAC-E5D6-95F5EC4EF803}"/>
              </a:ext>
            </a:extLst>
          </p:cNvPr>
          <p:cNvSpPr/>
          <p:nvPr/>
        </p:nvSpPr>
        <p:spPr>
          <a:xfrm>
            <a:off x="566928" y="2599944"/>
            <a:ext cx="132588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1</a:t>
            </a:r>
            <a:endParaRPr lang="en-US" sz="800" dirty="0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1C551AEF-CCA9-BA55-67B1-38C83026457A}"/>
              </a:ext>
            </a:extLst>
          </p:cNvPr>
          <p:cNvSpPr/>
          <p:nvPr/>
        </p:nvSpPr>
        <p:spPr>
          <a:xfrm>
            <a:off x="1984248" y="2599944"/>
            <a:ext cx="24231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구겨진 종이와 낙서로 드러나는 괴롭힘의 기억</a:t>
            </a:r>
            <a:endParaRPr lang="en-US" sz="800" dirty="0"/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E0AFE3CC-7BFE-53AD-CE51-67CF836B94C2}"/>
              </a:ext>
            </a:extLst>
          </p:cNvPr>
          <p:cNvSpPr/>
          <p:nvPr/>
        </p:nvSpPr>
        <p:spPr>
          <a:xfrm>
            <a:off x="566928" y="3188208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20FB811C-02CD-EBE1-E89A-ADFD870E7AE4}"/>
              </a:ext>
            </a:extLst>
          </p:cNvPr>
          <p:cNvSpPr/>
          <p:nvPr/>
        </p:nvSpPr>
        <p:spPr>
          <a:xfrm>
            <a:off x="566928" y="3224784"/>
            <a:ext cx="132588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2</a:t>
            </a:r>
            <a:endParaRPr lang="en-US" sz="800" dirty="0"/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76BD3B71-9CED-7B80-7BA7-A3FAB88CA322}"/>
              </a:ext>
            </a:extLst>
          </p:cNvPr>
          <p:cNvSpPr/>
          <p:nvPr/>
        </p:nvSpPr>
        <p:spPr>
          <a:xfrm>
            <a:off x="1984248" y="3224784"/>
            <a:ext cx="24231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급식소 거리두기로 표현되는 고립감</a:t>
            </a:r>
            <a:endParaRPr lang="en-US" sz="800" dirty="0"/>
          </a:p>
        </p:txBody>
      </p:sp>
      <p:sp>
        <p:nvSpPr>
          <p:cNvPr id="71" name="Shape 34">
            <a:extLst>
              <a:ext uri="{FF2B5EF4-FFF2-40B4-BE49-F238E27FC236}">
                <a16:creationId xmlns:a16="http://schemas.microsoft.com/office/drawing/2014/main" id="{44E10871-7AA5-5864-A6FB-E6607236B1C2}"/>
              </a:ext>
            </a:extLst>
          </p:cNvPr>
          <p:cNvSpPr/>
          <p:nvPr/>
        </p:nvSpPr>
        <p:spPr>
          <a:xfrm>
            <a:off x="566928" y="3813048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37CF6513-6CA2-84B6-F842-4687CE12B34D}"/>
              </a:ext>
            </a:extLst>
          </p:cNvPr>
          <p:cNvSpPr/>
          <p:nvPr/>
        </p:nvSpPr>
        <p:spPr>
          <a:xfrm>
            <a:off x="566928" y="3849624"/>
            <a:ext cx="132588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3</a:t>
            </a:r>
            <a:endParaRPr lang="en-US" sz="800" dirty="0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BDCB043D-C9CF-B93D-EE94-7E6DD921DC49}"/>
              </a:ext>
            </a:extLst>
          </p:cNvPr>
          <p:cNvSpPr/>
          <p:nvPr/>
        </p:nvSpPr>
        <p:spPr>
          <a:xfrm>
            <a:off x="1984248" y="3849624"/>
            <a:ext cx="24231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환영체와 그림자 연출로 나타나는 트라우마</a:t>
            </a:r>
            <a:endParaRPr lang="en-US" sz="800" dirty="0"/>
          </a:p>
        </p:txBody>
      </p:sp>
      <p:sp>
        <p:nvSpPr>
          <p:cNvPr id="77" name="Shape 37">
            <a:extLst>
              <a:ext uri="{FF2B5EF4-FFF2-40B4-BE49-F238E27FC236}">
                <a16:creationId xmlns:a16="http://schemas.microsoft.com/office/drawing/2014/main" id="{E6DE80B9-5A3D-91BB-494F-508E59CBA51B}"/>
              </a:ext>
            </a:extLst>
          </p:cNvPr>
          <p:cNvSpPr/>
          <p:nvPr/>
        </p:nvSpPr>
        <p:spPr>
          <a:xfrm>
            <a:off x="566928" y="4437888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C14F21F4-6702-D152-D7A2-84368D4C1194}"/>
              </a:ext>
            </a:extLst>
          </p:cNvPr>
          <p:cNvSpPr/>
          <p:nvPr/>
        </p:nvSpPr>
        <p:spPr>
          <a:xfrm>
            <a:off x="566928" y="4474464"/>
            <a:ext cx="132588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4</a:t>
            </a:r>
            <a:endParaRPr lang="en-US" sz="800" dirty="0"/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6F728CEE-C283-A618-8F9A-F98A1EB357D8}"/>
              </a:ext>
            </a:extLst>
          </p:cNvPr>
          <p:cNvSpPr/>
          <p:nvPr/>
        </p:nvSpPr>
        <p:spPr>
          <a:xfrm>
            <a:off x="1984248" y="4474464"/>
            <a:ext cx="24231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우정 목걸이로 남아 있는 인간성과 관계성</a:t>
            </a:r>
            <a:endParaRPr lang="en-US" sz="800" dirty="0"/>
          </a:p>
        </p:txBody>
      </p:sp>
      <p:sp>
        <p:nvSpPr>
          <p:cNvPr id="83" name="Shape 40">
            <a:extLst>
              <a:ext uri="{FF2B5EF4-FFF2-40B4-BE49-F238E27FC236}">
                <a16:creationId xmlns:a16="http://schemas.microsoft.com/office/drawing/2014/main" id="{FFB9801D-FB8B-CD85-C055-D9B95B1337C0}"/>
              </a:ext>
            </a:extLst>
          </p:cNvPr>
          <p:cNvSpPr/>
          <p:nvPr/>
        </p:nvSpPr>
        <p:spPr>
          <a:xfrm>
            <a:off x="566928" y="5062728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5BA4D211-2BDB-329F-6843-D87B15DF3A13}"/>
              </a:ext>
            </a:extLst>
          </p:cNvPr>
          <p:cNvSpPr/>
          <p:nvPr/>
        </p:nvSpPr>
        <p:spPr>
          <a:xfrm>
            <a:off x="566928" y="5099304"/>
            <a:ext cx="132588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5</a:t>
            </a:r>
            <a:endParaRPr lang="en-US" sz="800" dirty="0"/>
          </a:p>
        </p:txBody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BF6265BB-6554-026D-8ABD-679B33526039}"/>
              </a:ext>
            </a:extLst>
          </p:cNvPr>
          <p:cNvSpPr/>
          <p:nvPr/>
        </p:nvSpPr>
        <p:spPr>
          <a:xfrm>
            <a:off x="1984248" y="5099304"/>
            <a:ext cx="24231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괴물 형태 → 인간형 → 원형 회복의 단계적 변화</a:t>
            </a:r>
            <a:endParaRPr lang="en-US" sz="800" dirty="0"/>
          </a:p>
        </p:txBody>
      </p:sp>
      <p:sp>
        <p:nvSpPr>
          <p:cNvPr id="89" name="Text 43">
            <a:extLst>
              <a:ext uri="{FF2B5EF4-FFF2-40B4-BE49-F238E27FC236}">
                <a16:creationId xmlns:a16="http://schemas.microsoft.com/office/drawing/2014/main" id="{184A46A3-A034-DABE-2B15-77B39243D527}"/>
              </a:ext>
            </a:extLst>
          </p:cNvPr>
          <p:cNvSpPr/>
          <p:nvPr/>
        </p:nvSpPr>
        <p:spPr>
          <a:xfrm>
            <a:off x="4617720" y="1975104"/>
            <a:ext cx="31089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 손잡이 주변 손자국</a:t>
            </a:r>
            <a:endParaRPr lang="en-US" sz="800" dirty="0"/>
          </a:p>
        </p:txBody>
      </p:sp>
      <p:sp>
        <p:nvSpPr>
          <p:cNvPr id="91" name="Text 44">
            <a:extLst>
              <a:ext uri="{FF2B5EF4-FFF2-40B4-BE49-F238E27FC236}">
                <a16:creationId xmlns:a16="http://schemas.microsoft.com/office/drawing/2014/main" id="{2C032302-2816-1CC5-E70D-DE23F6F5EE34}"/>
              </a:ext>
            </a:extLst>
          </p:cNvPr>
          <p:cNvSpPr/>
          <p:nvPr/>
        </p:nvSpPr>
        <p:spPr>
          <a:xfrm>
            <a:off x="8183880" y="1975104"/>
            <a:ext cx="33375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기억 공간 진입 오브젝트 인식</a:t>
            </a:r>
            <a:endParaRPr lang="en-US" sz="800" dirty="0"/>
          </a:p>
        </p:txBody>
      </p:sp>
      <p:sp>
        <p:nvSpPr>
          <p:cNvPr id="93" name="Shape 45">
            <a:extLst>
              <a:ext uri="{FF2B5EF4-FFF2-40B4-BE49-F238E27FC236}">
                <a16:creationId xmlns:a16="http://schemas.microsoft.com/office/drawing/2014/main" id="{C5BE004F-AF98-78E4-4CA6-D60310DFC9BC}"/>
              </a:ext>
            </a:extLst>
          </p:cNvPr>
          <p:cNvSpPr/>
          <p:nvPr/>
        </p:nvSpPr>
        <p:spPr>
          <a:xfrm>
            <a:off x="4617720" y="2563368"/>
            <a:ext cx="31089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95" name="Shape 46">
            <a:extLst>
              <a:ext uri="{FF2B5EF4-FFF2-40B4-BE49-F238E27FC236}">
                <a16:creationId xmlns:a16="http://schemas.microsoft.com/office/drawing/2014/main" id="{8DB084D1-956E-AA13-9C71-F9655F23CDB8}"/>
              </a:ext>
            </a:extLst>
          </p:cNvPr>
          <p:cNvSpPr/>
          <p:nvPr/>
        </p:nvSpPr>
        <p:spPr>
          <a:xfrm>
            <a:off x="8183880" y="2563368"/>
            <a:ext cx="33375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97" name="Text 47">
            <a:extLst>
              <a:ext uri="{FF2B5EF4-FFF2-40B4-BE49-F238E27FC236}">
                <a16:creationId xmlns:a16="http://schemas.microsoft.com/office/drawing/2014/main" id="{EB0CE88D-3374-B1A3-72D3-04B106327170}"/>
              </a:ext>
            </a:extLst>
          </p:cNvPr>
          <p:cNvSpPr/>
          <p:nvPr/>
        </p:nvSpPr>
        <p:spPr>
          <a:xfrm>
            <a:off x="4617720" y="2599944"/>
            <a:ext cx="31089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침대 밑 먼지 없는 자국, 숨기 UI</a:t>
            </a:r>
            <a:endParaRPr lang="en-US" sz="800" dirty="0"/>
          </a:p>
        </p:txBody>
      </p:sp>
      <p:sp>
        <p:nvSpPr>
          <p:cNvPr id="99" name="Text 48">
            <a:extLst>
              <a:ext uri="{FF2B5EF4-FFF2-40B4-BE49-F238E27FC236}">
                <a16:creationId xmlns:a16="http://schemas.microsoft.com/office/drawing/2014/main" id="{00FEC915-4EF6-9B11-E92E-9F464C38345A}"/>
              </a:ext>
            </a:extLst>
          </p:cNvPr>
          <p:cNvSpPr/>
          <p:nvPr/>
        </p:nvSpPr>
        <p:spPr>
          <a:xfrm>
            <a:off x="8183880" y="2599944"/>
            <a:ext cx="33375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은신 가능 구조물 학습</a:t>
            </a:r>
            <a:endParaRPr lang="en-US" sz="800" dirty="0"/>
          </a:p>
        </p:txBody>
      </p:sp>
      <p:sp>
        <p:nvSpPr>
          <p:cNvPr id="101" name="Shape 49">
            <a:extLst>
              <a:ext uri="{FF2B5EF4-FFF2-40B4-BE49-F238E27FC236}">
                <a16:creationId xmlns:a16="http://schemas.microsoft.com/office/drawing/2014/main" id="{8DC7BC6D-1893-ED76-57D6-452FED6E19F1}"/>
              </a:ext>
            </a:extLst>
          </p:cNvPr>
          <p:cNvSpPr/>
          <p:nvPr/>
        </p:nvSpPr>
        <p:spPr>
          <a:xfrm>
            <a:off x="4617720" y="3188208"/>
            <a:ext cx="31089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03" name="Shape 50">
            <a:extLst>
              <a:ext uri="{FF2B5EF4-FFF2-40B4-BE49-F238E27FC236}">
                <a16:creationId xmlns:a16="http://schemas.microsoft.com/office/drawing/2014/main" id="{AB677441-A087-92DF-F27A-F79ADDC7B553}"/>
              </a:ext>
            </a:extLst>
          </p:cNvPr>
          <p:cNvSpPr/>
          <p:nvPr/>
        </p:nvSpPr>
        <p:spPr>
          <a:xfrm>
            <a:off x="8183880" y="3188208"/>
            <a:ext cx="33375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05" name="Text 51">
            <a:extLst>
              <a:ext uri="{FF2B5EF4-FFF2-40B4-BE49-F238E27FC236}">
                <a16:creationId xmlns:a16="http://schemas.microsoft.com/office/drawing/2014/main" id="{D03763D9-00F1-32C0-60D4-5CF064F4B237}"/>
              </a:ext>
            </a:extLst>
          </p:cNvPr>
          <p:cNvSpPr/>
          <p:nvPr/>
        </p:nvSpPr>
        <p:spPr>
          <a:xfrm>
            <a:off x="4617720" y="3224784"/>
            <a:ext cx="31089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구겨진 종이 오브젝트 반복 배치</a:t>
            </a:r>
            <a:endParaRPr lang="en-US" sz="800" dirty="0"/>
          </a:p>
        </p:txBody>
      </p:sp>
      <p:sp>
        <p:nvSpPr>
          <p:cNvPr id="107" name="Text 52">
            <a:extLst>
              <a:ext uri="{FF2B5EF4-FFF2-40B4-BE49-F238E27FC236}">
                <a16:creationId xmlns:a16="http://schemas.microsoft.com/office/drawing/2014/main" id="{B961F310-F211-45C7-9325-A4DFA2F75DAB}"/>
              </a:ext>
            </a:extLst>
          </p:cNvPr>
          <p:cNvSpPr/>
          <p:nvPr/>
        </p:nvSpPr>
        <p:spPr>
          <a:xfrm>
            <a:off x="8183880" y="3224784"/>
            <a:ext cx="33375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환영체 공격과 학교폭력 기억 연결</a:t>
            </a:r>
            <a:endParaRPr lang="en-US" sz="800" dirty="0"/>
          </a:p>
        </p:txBody>
      </p:sp>
      <p:sp>
        <p:nvSpPr>
          <p:cNvPr id="109" name="Shape 53">
            <a:extLst>
              <a:ext uri="{FF2B5EF4-FFF2-40B4-BE49-F238E27FC236}">
                <a16:creationId xmlns:a16="http://schemas.microsoft.com/office/drawing/2014/main" id="{550AD4EC-3C7E-B6AC-9B5D-696FE17F8BC8}"/>
              </a:ext>
            </a:extLst>
          </p:cNvPr>
          <p:cNvSpPr/>
          <p:nvPr/>
        </p:nvSpPr>
        <p:spPr>
          <a:xfrm>
            <a:off x="4617720" y="3813048"/>
            <a:ext cx="31089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11" name="Shape 54">
            <a:extLst>
              <a:ext uri="{FF2B5EF4-FFF2-40B4-BE49-F238E27FC236}">
                <a16:creationId xmlns:a16="http://schemas.microsoft.com/office/drawing/2014/main" id="{07CAB059-96A6-7944-6A09-39931947605F}"/>
              </a:ext>
            </a:extLst>
          </p:cNvPr>
          <p:cNvSpPr/>
          <p:nvPr/>
        </p:nvSpPr>
        <p:spPr>
          <a:xfrm>
            <a:off x="8183880" y="3813048"/>
            <a:ext cx="33375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13" name="Text 55">
            <a:extLst>
              <a:ext uri="{FF2B5EF4-FFF2-40B4-BE49-F238E27FC236}">
                <a16:creationId xmlns:a16="http://schemas.microsoft.com/office/drawing/2014/main" id="{66691AB1-ABAA-5ADD-6E37-7F67563C96DC}"/>
              </a:ext>
            </a:extLst>
          </p:cNvPr>
          <p:cNvSpPr/>
          <p:nvPr/>
        </p:nvSpPr>
        <p:spPr>
          <a:xfrm>
            <a:off x="4617720" y="3849624"/>
            <a:ext cx="31089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급식소 빈자리와 NPC 거리</a:t>
            </a:r>
            <a:endParaRPr lang="en-US" sz="800" dirty="0"/>
          </a:p>
        </p:txBody>
      </p:sp>
      <p:sp>
        <p:nvSpPr>
          <p:cNvPr id="115" name="Text 56">
            <a:extLst>
              <a:ext uri="{FF2B5EF4-FFF2-40B4-BE49-F238E27FC236}">
                <a16:creationId xmlns:a16="http://schemas.microsoft.com/office/drawing/2014/main" id="{60AF9113-0390-AFE2-12E0-7EF7D800C503}"/>
              </a:ext>
            </a:extLst>
          </p:cNvPr>
          <p:cNvSpPr/>
          <p:nvPr/>
        </p:nvSpPr>
        <p:spPr>
          <a:xfrm>
            <a:off x="8183880" y="3849624"/>
            <a:ext cx="33375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말없이 소외감을 읽게 함</a:t>
            </a:r>
            <a:endParaRPr lang="en-US" sz="800" dirty="0"/>
          </a:p>
        </p:txBody>
      </p:sp>
      <p:sp>
        <p:nvSpPr>
          <p:cNvPr id="117" name="Shape 57">
            <a:extLst>
              <a:ext uri="{FF2B5EF4-FFF2-40B4-BE49-F238E27FC236}">
                <a16:creationId xmlns:a16="http://schemas.microsoft.com/office/drawing/2014/main" id="{EB9CD4C1-D49E-85B1-CF88-73E15BB04661}"/>
              </a:ext>
            </a:extLst>
          </p:cNvPr>
          <p:cNvSpPr/>
          <p:nvPr/>
        </p:nvSpPr>
        <p:spPr>
          <a:xfrm>
            <a:off x="4617720" y="4437888"/>
            <a:ext cx="31089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19" name="Shape 58">
            <a:extLst>
              <a:ext uri="{FF2B5EF4-FFF2-40B4-BE49-F238E27FC236}">
                <a16:creationId xmlns:a16="http://schemas.microsoft.com/office/drawing/2014/main" id="{121425D5-D770-2665-5DE4-9930959324CD}"/>
              </a:ext>
            </a:extLst>
          </p:cNvPr>
          <p:cNvSpPr/>
          <p:nvPr/>
        </p:nvSpPr>
        <p:spPr>
          <a:xfrm>
            <a:off x="8183880" y="4437888"/>
            <a:ext cx="33375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21" name="Text 59">
            <a:extLst>
              <a:ext uri="{FF2B5EF4-FFF2-40B4-BE49-F238E27FC236}">
                <a16:creationId xmlns:a16="http://schemas.microsoft.com/office/drawing/2014/main" id="{402FFC7C-6470-AFD9-B1C8-CCD5273AA05D}"/>
              </a:ext>
            </a:extLst>
          </p:cNvPr>
          <p:cNvSpPr/>
          <p:nvPr/>
        </p:nvSpPr>
        <p:spPr>
          <a:xfrm>
            <a:off x="4617720" y="4474464"/>
            <a:ext cx="31089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우정 목걸이 반복 노출</a:t>
            </a:r>
            <a:endParaRPr lang="en-US" sz="800" dirty="0"/>
          </a:p>
        </p:txBody>
      </p:sp>
      <p:sp>
        <p:nvSpPr>
          <p:cNvPr id="123" name="Text 60">
            <a:extLst>
              <a:ext uri="{FF2B5EF4-FFF2-40B4-BE49-F238E27FC236}">
                <a16:creationId xmlns:a16="http://schemas.microsoft.com/office/drawing/2014/main" id="{724B6274-6ACF-0ED4-09DE-CF40EDF20072}"/>
              </a:ext>
            </a:extLst>
          </p:cNvPr>
          <p:cNvSpPr/>
          <p:nvPr/>
        </p:nvSpPr>
        <p:spPr>
          <a:xfrm>
            <a:off x="8183880" y="4474464"/>
            <a:ext cx="33375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보스전 핵심 기믹 사전 인식</a:t>
            </a:r>
            <a:endParaRPr lang="en-US" sz="800" dirty="0"/>
          </a:p>
        </p:txBody>
      </p:sp>
      <p:sp>
        <p:nvSpPr>
          <p:cNvPr id="125" name="Shape 61">
            <a:extLst>
              <a:ext uri="{FF2B5EF4-FFF2-40B4-BE49-F238E27FC236}">
                <a16:creationId xmlns:a16="http://schemas.microsoft.com/office/drawing/2014/main" id="{5AFDCC5F-93F3-0BF6-498C-F4C96A7ECB7F}"/>
              </a:ext>
            </a:extLst>
          </p:cNvPr>
          <p:cNvSpPr/>
          <p:nvPr/>
        </p:nvSpPr>
        <p:spPr>
          <a:xfrm>
            <a:off x="4617720" y="5062728"/>
            <a:ext cx="31089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27" name="Shape 62">
            <a:extLst>
              <a:ext uri="{FF2B5EF4-FFF2-40B4-BE49-F238E27FC236}">
                <a16:creationId xmlns:a16="http://schemas.microsoft.com/office/drawing/2014/main" id="{4BFF293F-5BEC-78E7-C824-5DD02991A6A6}"/>
              </a:ext>
            </a:extLst>
          </p:cNvPr>
          <p:cNvSpPr/>
          <p:nvPr/>
        </p:nvSpPr>
        <p:spPr>
          <a:xfrm>
            <a:off x="8183880" y="5062728"/>
            <a:ext cx="33375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29" name="Text 63">
            <a:extLst>
              <a:ext uri="{FF2B5EF4-FFF2-40B4-BE49-F238E27FC236}">
                <a16:creationId xmlns:a16="http://schemas.microsoft.com/office/drawing/2014/main" id="{4FCA9B61-EDD3-7F32-4E79-AF7909D29E1E}"/>
              </a:ext>
            </a:extLst>
          </p:cNvPr>
          <p:cNvSpPr/>
          <p:nvPr/>
        </p:nvSpPr>
        <p:spPr>
          <a:xfrm>
            <a:off x="4617720" y="5099304"/>
            <a:ext cx="31089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그림자 선생의 빛과 바닥 흔적</a:t>
            </a:r>
            <a:endParaRPr lang="en-US" sz="800" dirty="0"/>
          </a:p>
        </p:txBody>
      </p:sp>
      <p:sp>
        <p:nvSpPr>
          <p:cNvPr id="131" name="Text 64">
            <a:extLst>
              <a:ext uri="{FF2B5EF4-FFF2-40B4-BE49-F238E27FC236}">
                <a16:creationId xmlns:a16="http://schemas.microsoft.com/office/drawing/2014/main" id="{0BA9942D-BF31-5752-3406-65E07C6930A8}"/>
              </a:ext>
            </a:extLst>
          </p:cNvPr>
          <p:cNvSpPr/>
          <p:nvPr/>
        </p:nvSpPr>
        <p:spPr>
          <a:xfrm>
            <a:off x="8183880" y="5099304"/>
            <a:ext cx="33375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시야 회피 규칙 파악</a:t>
            </a:r>
            <a:endParaRPr lang="en-US" sz="800" dirty="0"/>
          </a:p>
        </p:txBody>
      </p:sp>
      <p:sp>
        <p:nvSpPr>
          <p:cNvPr id="133" name="Shape 65">
            <a:extLst>
              <a:ext uri="{FF2B5EF4-FFF2-40B4-BE49-F238E27FC236}">
                <a16:creationId xmlns:a16="http://schemas.microsoft.com/office/drawing/2014/main" id="{0AF748EF-5F15-EDCB-C93C-4E68E551FB57}"/>
              </a:ext>
            </a:extLst>
          </p:cNvPr>
          <p:cNvSpPr/>
          <p:nvPr/>
        </p:nvSpPr>
        <p:spPr>
          <a:xfrm>
            <a:off x="4434840" y="1847088"/>
            <a:ext cx="0" cy="3803904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35" name="Shape 66">
            <a:extLst>
              <a:ext uri="{FF2B5EF4-FFF2-40B4-BE49-F238E27FC236}">
                <a16:creationId xmlns:a16="http://schemas.microsoft.com/office/drawing/2014/main" id="{7AC0275C-4049-B651-D896-D04B3001DB62}"/>
              </a:ext>
            </a:extLst>
          </p:cNvPr>
          <p:cNvSpPr/>
          <p:nvPr/>
        </p:nvSpPr>
        <p:spPr>
          <a:xfrm>
            <a:off x="8001000" y="1847088"/>
            <a:ext cx="0" cy="3803904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37" name="Text 67">
            <a:extLst>
              <a:ext uri="{FF2B5EF4-FFF2-40B4-BE49-F238E27FC236}">
                <a16:creationId xmlns:a16="http://schemas.microsoft.com/office/drawing/2014/main" id="{D86B2F4C-1139-320C-CB28-8383117F0C5A}"/>
              </a:ext>
            </a:extLst>
          </p:cNvPr>
          <p:cNvSpPr/>
          <p:nvPr/>
        </p:nvSpPr>
        <p:spPr>
          <a:xfrm>
            <a:off x="530352" y="1078992"/>
            <a:ext cx="11109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보스의 과거 설정을 공간, 퍼즐, 환영체, 전투 패턴에 분산 배치하여 플레이어가 보스의 서사를 직접 </a:t>
            </a:r>
            <a:r>
              <a:rPr lang="en-US" sz="910" b="1" dirty="0" err="1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읽도록</a:t>
            </a:r>
            <a:r>
              <a:rPr lang="en-US" sz="91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910" b="1" dirty="0" err="1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구성</a:t>
            </a:r>
            <a:endParaRPr lang="en-US" sz="910" dirty="0"/>
          </a:p>
        </p:txBody>
      </p:sp>
    </p:spTree>
    <p:extLst>
      <p:ext uri="{BB962C8B-B14F-4D97-AF65-F5344CB8AC3E}">
        <p14:creationId xmlns:p14="http://schemas.microsoft.com/office/powerpoint/2010/main" val="334787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7B445-6E70-7E7E-55D7-0EC372953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18">
            <a:extLst>
              <a:ext uri="{FF2B5EF4-FFF2-40B4-BE49-F238E27FC236}">
                <a16:creationId xmlns:a16="http://schemas.microsoft.com/office/drawing/2014/main" id="{5F72425C-F92B-E475-0E54-6E394ED31DDC}"/>
              </a:ext>
            </a:extLst>
          </p:cNvPr>
          <p:cNvSpPr/>
          <p:nvPr/>
        </p:nvSpPr>
        <p:spPr>
          <a:xfrm>
            <a:off x="502920" y="636422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A93B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미로 탐색 · 방향 반전 · 거울 파괴 · 심층 연출</a:t>
            </a:r>
            <a:endParaRPr lang="en-US" sz="75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C5D6F2F1-11A5-7B92-75AC-0446811AB62C}"/>
              </a:ext>
            </a:extLst>
          </p:cNvPr>
          <p:cNvSpPr/>
          <p:nvPr/>
        </p:nvSpPr>
        <p:spPr>
          <a:xfrm>
            <a:off x="502920" y="310896"/>
            <a:ext cx="937260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퀘스트 5. 균열 탐색 — 이벤트 &amp; 트리거</a:t>
            </a:r>
            <a:endParaRPr lang="en-US" sz="255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BD285BCA-0FCE-C5A4-8B88-84639A5712C1}"/>
              </a:ext>
            </a:extLst>
          </p:cNvPr>
          <p:cNvSpPr/>
          <p:nvPr/>
        </p:nvSpPr>
        <p:spPr>
          <a:xfrm>
            <a:off x="530352" y="85039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미로 탐색 · 방향 반전 · 거울 파괴 · 심층 연출</a:t>
            </a:r>
            <a:endParaRPr lang="en-US" sz="95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CF1196BA-9388-68CB-D878-A894787D0936}"/>
              </a:ext>
            </a:extLst>
          </p:cNvPr>
          <p:cNvSpPr/>
          <p:nvPr/>
        </p:nvSpPr>
        <p:spPr>
          <a:xfrm>
            <a:off x="530352" y="1499616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No.</a:t>
            </a:r>
            <a:endParaRPr lang="en-US" sz="105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B8E76AEC-6098-6EFD-C295-87C7EABB5A41}"/>
              </a:ext>
            </a:extLst>
          </p:cNvPr>
          <p:cNvSpPr/>
          <p:nvPr/>
        </p:nvSpPr>
        <p:spPr>
          <a:xfrm>
            <a:off x="1170432" y="1499616"/>
            <a:ext cx="4617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6E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트리거</a:t>
            </a:r>
            <a:endParaRPr lang="en-US" sz="125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6505044E-4626-C42F-600F-D377732F1538}"/>
              </a:ext>
            </a:extLst>
          </p:cNvPr>
          <p:cNvSpPr/>
          <p:nvPr/>
        </p:nvSpPr>
        <p:spPr>
          <a:xfrm>
            <a:off x="6016752" y="1499616"/>
            <a:ext cx="5577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4F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이벤트</a:t>
            </a:r>
            <a:endParaRPr lang="en-US" sz="1250" dirty="0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2AF60CEC-EFBA-BF6C-3E9E-017559A5DAC4}"/>
              </a:ext>
            </a:extLst>
          </p:cNvPr>
          <p:cNvSpPr/>
          <p:nvPr/>
        </p:nvSpPr>
        <p:spPr>
          <a:xfrm>
            <a:off x="530352" y="1819656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34AABC19-AB38-7B88-F17D-ACFAD7F1F940}"/>
              </a:ext>
            </a:extLst>
          </p:cNvPr>
          <p:cNvSpPr/>
          <p:nvPr/>
        </p:nvSpPr>
        <p:spPr>
          <a:xfrm>
            <a:off x="530352" y="1965960"/>
            <a:ext cx="502920" cy="42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920" dirty="0"/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3952EBBE-1FA3-831B-660D-46959A3151C2}"/>
              </a:ext>
            </a:extLst>
          </p:cNvPr>
          <p:cNvSpPr/>
          <p:nvPr/>
        </p:nvSpPr>
        <p:spPr>
          <a:xfrm>
            <a:off x="1170432" y="1956816"/>
            <a:ext cx="457200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선의 0과 균열의 관계 규명 후 임무 수락</a:t>
            </a:r>
            <a:endParaRPr lang="en-US" sz="990" dirty="0"/>
          </a:p>
        </p:txBody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0387F6D3-6BA9-9020-290F-A4F7A5CC2AF8}"/>
              </a:ext>
            </a:extLst>
          </p:cNvPr>
          <p:cNvSpPr/>
          <p:nvPr/>
        </p:nvSpPr>
        <p:spPr>
          <a:xfrm>
            <a:off x="6016752" y="1956816"/>
            <a:ext cx="562356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차한해가 균열 내부 탐사 임무 수행</a:t>
            </a:r>
            <a:endParaRPr lang="en-US" sz="990" dirty="0"/>
          </a:p>
        </p:txBody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543FB646-7099-721D-5BEC-C0E7797A14C0}"/>
              </a:ext>
            </a:extLst>
          </p:cNvPr>
          <p:cNvSpPr/>
          <p:nvPr/>
        </p:nvSpPr>
        <p:spPr>
          <a:xfrm>
            <a:off x="530352" y="239776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6EA55E28-336D-EAE2-DDE1-3AD4DA98D6AC}"/>
              </a:ext>
            </a:extLst>
          </p:cNvPr>
          <p:cNvSpPr/>
          <p:nvPr/>
        </p:nvSpPr>
        <p:spPr>
          <a:xfrm>
            <a:off x="530352" y="2443480"/>
            <a:ext cx="502920" cy="42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920" dirty="0"/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AB6B65AE-7E95-3933-8999-F574F0CEA4B8}"/>
              </a:ext>
            </a:extLst>
          </p:cNvPr>
          <p:cNvSpPr/>
          <p:nvPr/>
        </p:nvSpPr>
        <p:spPr>
          <a:xfrm>
            <a:off x="1170432" y="2434336"/>
            <a:ext cx="457200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 내부 진입</a:t>
            </a:r>
            <a:endParaRPr lang="en-US" sz="990" dirty="0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3588953C-960D-FACA-D044-E139C0FA7D8B}"/>
              </a:ext>
            </a:extLst>
          </p:cNvPr>
          <p:cNvSpPr/>
          <p:nvPr/>
        </p:nvSpPr>
        <p:spPr>
          <a:xfrm>
            <a:off x="6016752" y="2434336"/>
            <a:ext cx="562356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현실과 다른 거울 미로 공간으로 전환</a:t>
            </a:r>
            <a:endParaRPr lang="en-US" sz="990" dirty="0"/>
          </a:p>
        </p:txBody>
      </p:sp>
      <p:sp>
        <p:nvSpPr>
          <p:cNvPr id="69" name="Shape 33">
            <a:extLst>
              <a:ext uri="{FF2B5EF4-FFF2-40B4-BE49-F238E27FC236}">
                <a16:creationId xmlns:a16="http://schemas.microsoft.com/office/drawing/2014/main" id="{D90EEA34-CD12-7DBF-49E3-EFD136A3B68C}"/>
              </a:ext>
            </a:extLst>
          </p:cNvPr>
          <p:cNvSpPr/>
          <p:nvPr/>
        </p:nvSpPr>
        <p:spPr>
          <a:xfrm>
            <a:off x="530352" y="287528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71" name="Text 34">
            <a:extLst>
              <a:ext uri="{FF2B5EF4-FFF2-40B4-BE49-F238E27FC236}">
                <a16:creationId xmlns:a16="http://schemas.microsoft.com/office/drawing/2014/main" id="{40AB46B8-A888-66D6-2867-B4517BD52439}"/>
              </a:ext>
            </a:extLst>
          </p:cNvPr>
          <p:cNvSpPr/>
          <p:nvPr/>
        </p:nvSpPr>
        <p:spPr>
          <a:xfrm>
            <a:off x="530352" y="2921000"/>
            <a:ext cx="502920" cy="42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920" dirty="0"/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46DAD9BD-17C2-3264-391E-8E8677568C21}"/>
              </a:ext>
            </a:extLst>
          </p:cNvPr>
          <p:cNvSpPr/>
          <p:nvPr/>
        </p:nvSpPr>
        <p:spPr>
          <a:xfrm>
            <a:off x="1170432" y="2911856"/>
            <a:ext cx="457200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미로 후방 이동 조건 충족</a:t>
            </a:r>
            <a:endParaRPr lang="en-US" sz="990" dirty="0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13278ABC-2587-5E85-8253-78B0533412C5}"/>
              </a:ext>
            </a:extLst>
          </p:cNvPr>
          <p:cNvSpPr/>
          <p:nvPr/>
        </p:nvSpPr>
        <p:spPr>
          <a:xfrm>
            <a:off x="6016752" y="2911856"/>
            <a:ext cx="562356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뒤쪽에 또 다른 차한해 등장</a:t>
            </a:r>
            <a:endParaRPr lang="en-US" sz="990" dirty="0"/>
          </a:p>
        </p:txBody>
      </p:sp>
      <p:sp>
        <p:nvSpPr>
          <p:cNvPr id="77" name="Shape 37">
            <a:extLst>
              <a:ext uri="{FF2B5EF4-FFF2-40B4-BE49-F238E27FC236}">
                <a16:creationId xmlns:a16="http://schemas.microsoft.com/office/drawing/2014/main" id="{77C7991F-3EC8-5846-C784-DDD6C92F26CD}"/>
              </a:ext>
            </a:extLst>
          </p:cNvPr>
          <p:cNvSpPr/>
          <p:nvPr/>
        </p:nvSpPr>
        <p:spPr>
          <a:xfrm>
            <a:off x="530352" y="335280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4AD17E1A-C3DD-96EB-B303-9FF45E95079A}"/>
              </a:ext>
            </a:extLst>
          </p:cNvPr>
          <p:cNvSpPr/>
          <p:nvPr/>
        </p:nvSpPr>
        <p:spPr>
          <a:xfrm>
            <a:off x="530352" y="3398520"/>
            <a:ext cx="502920" cy="42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920" dirty="0"/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B470B855-917B-9076-5F68-47B4778C762F}"/>
              </a:ext>
            </a:extLst>
          </p:cNvPr>
          <p:cNvSpPr/>
          <p:nvPr/>
        </p:nvSpPr>
        <p:spPr>
          <a:xfrm>
            <a:off x="1170432" y="3389376"/>
            <a:ext cx="457200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전방 진행 지점 도달</a:t>
            </a:r>
            <a:endParaRPr lang="en-US" sz="99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905607C2-7F9D-4499-093E-F3784DCD5A39}"/>
              </a:ext>
            </a:extLst>
          </p:cNvPr>
          <p:cNvSpPr/>
          <p:nvPr/>
        </p:nvSpPr>
        <p:spPr>
          <a:xfrm>
            <a:off x="6016752" y="3389376"/>
            <a:ext cx="562356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앞쪽에도 차한해 등장, 앞뒤 압박 구조 형성</a:t>
            </a:r>
            <a:endParaRPr lang="en-US" sz="990" dirty="0"/>
          </a:p>
        </p:txBody>
      </p:sp>
      <p:sp>
        <p:nvSpPr>
          <p:cNvPr id="85" name="Shape 41">
            <a:extLst>
              <a:ext uri="{FF2B5EF4-FFF2-40B4-BE49-F238E27FC236}">
                <a16:creationId xmlns:a16="http://schemas.microsoft.com/office/drawing/2014/main" id="{699D69CB-9209-15BE-EF39-3B1EBF0529CA}"/>
              </a:ext>
            </a:extLst>
          </p:cNvPr>
          <p:cNvSpPr/>
          <p:nvPr/>
        </p:nvSpPr>
        <p:spPr>
          <a:xfrm>
            <a:off x="530352" y="383032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06DF30CB-3332-2A6F-A7A6-3B7A67469969}"/>
              </a:ext>
            </a:extLst>
          </p:cNvPr>
          <p:cNvSpPr/>
          <p:nvPr/>
        </p:nvSpPr>
        <p:spPr>
          <a:xfrm>
            <a:off x="530352" y="3876040"/>
            <a:ext cx="502920" cy="42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920" dirty="0"/>
          </a:p>
        </p:txBody>
      </p:sp>
      <p:sp>
        <p:nvSpPr>
          <p:cNvPr id="89" name="Text 43">
            <a:extLst>
              <a:ext uri="{FF2B5EF4-FFF2-40B4-BE49-F238E27FC236}">
                <a16:creationId xmlns:a16="http://schemas.microsoft.com/office/drawing/2014/main" id="{96540F1C-E96C-1C11-6278-1F142A8B993E}"/>
              </a:ext>
            </a:extLst>
          </p:cNvPr>
          <p:cNvSpPr/>
          <p:nvPr/>
        </p:nvSpPr>
        <p:spPr>
          <a:xfrm>
            <a:off x="1170432" y="3866896"/>
            <a:ext cx="457200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특정 구간 통과</a:t>
            </a:r>
            <a:endParaRPr lang="en-US" sz="990" dirty="0"/>
          </a:p>
        </p:txBody>
      </p:sp>
      <p:sp>
        <p:nvSpPr>
          <p:cNvPr id="91" name="Text 44">
            <a:extLst>
              <a:ext uri="{FF2B5EF4-FFF2-40B4-BE49-F238E27FC236}">
                <a16:creationId xmlns:a16="http://schemas.microsoft.com/office/drawing/2014/main" id="{2A28BAF2-42FA-3D18-9DA0-37E7457F7ACA}"/>
              </a:ext>
            </a:extLst>
          </p:cNvPr>
          <p:cNvSpPr/>
          <p:nvPr/>
        </p:nvSpPr>
        <p:spPr>
          <a:xfrm>
            <a:off x="6016752" y="3866896"/>
            <a:ext cx="562356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방향 반전, 앞뒤 차한해 합체 연출</a:t>
            </a:r>
            <a:endParaRPr lang="en-US" sz="990" dirty="0"/>
          </a:p>
        </p:txBody>
      </p:sp>
      <p:sp>
        <p:nvSpPr>
          <p:cNvPr id="93" name="Shape 45">
            <a:extLst>
              <a:ext uri="{FF2B5EF4-FFF2-40B4-BE49-F238E27FC236}">
                <a16:creationId xmlns:a16="http://schemas.microsoft.com/office/drawing/2014/main" id="{BA730A57-E51D-576E-EA6F-38D1E42EAB81}"/>
              </a:ext>
            </a:extLst>
          </p:cNvPr>
          <p:cNvSpPr/>
          <p:nvPr/>
        </p:nvSpPr>
        <p:spPr>
          <a:xfrm>
            <a:off x="530352" y="430784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95" name="Text 46">
            <a:extLst>
              <a:ext uri="{FF2B5EF4-FFF2-40B4-BE49-F238E27FC236}">
                <a16:creationId xmlns:a16="http://schemas.microsoft.com/office/drawing/2014/main" id="{96D7B084-8A90-5027-BE1A-1CF047CE34DC}"/>
              </a:ext>
            </a:extLst>
          </p:cNvPr>
          <p:cNvSpPr/>
          <p:nvPr/>
        </p:nvSpPr>
        <p:spPr>
          <a:xfrm>
            <a:off x="530352" y="4353560"/>
            <a:ext cx="502920" cy="42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920" dirty="0"/>
          </a:p>
        </p:txBody>
      </p:sp>
      <p:sp>
        <p:nvSpPr>
          <p:cNvPr id="97" name="Text 47">
            <a:extLst>
              <a:ext uri="{FF2B5EF4-FFF2-40B4-BE49-F238E27FC236}">
                <a16:creationId xmlns:a16="http://schemas.microsoft.com/office/drawing/2014/main" id="{891B269B-7F97-C6C9-8193-0F13FEB3FA90}"/>
              </a:ext>
            </a:extLst>
          </p:cNvPr>
          <p:cNvSpPr/>
          <p:nvPr/>
        </p:nvSpPr>
        <p:spPr>
          <a:xfrm>
            <a:off x="1170432" y="4344416"/>
            <a:ext cx="457200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전신 거울 발견</a:t>
            </a:r>
            <a:endParaRPr lang="en-US" sz="990" dirty="0"/>
          </a:p>
        </p:txBody>
      </p:sp>
      <p:sp>
        <p:nvSpPr>
          <p:cNvPr id="99" name="Text 48">
            <a:extLst>
              <a:ext uri="{FF2B5EF4-FFF2-40B4-BE49-F238E27FC236}">
                <a16:creationId xmlns:a16="http://schemas.microsoft.com/office/drawing/2014/main" id="{18885819-2936-2C41-B084-56D1EFCC8EAE}"/>
              </a:ext>
            </a:extLst>
          </p:cNvPr>
          <p:cNvSpPr/>
          <p:nvPr/>
        </p:nvSpPr>
        <p:spPr>
          <a:xfrm>
            <a:off x="6016752" y="4344416"/>
            <a:ext cx="562356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상호작용 오브젝트 노출</a:t>
            </a:r>
            <a:endParaRPr lang="en-US" sz="990" dirty="0"/>
          </a:p>
        </p:txBody>
      </p:sp>
      <p:sp>
        <p:nvSpPr>
          <p:cNvPr id="101" name="Shape 49">
            <a:extLst>
              <a:ext uri="{FF2B5EF4-FFF2-40B4-BE49-F238E27FC236}">
                <a16:creationId xmlns:a16="http://schemas.microsoft.com/office/drawing/2014/main" id="{D0118369-E96D-E7A1-613A-88C82666C409}"/>
              </a:ext>
            </a:extLst>
          </p:cNvPr>
          <p:cNvSpPr/>
          <p:nvPr/>
        </p:nvSpPr>
        <p:spPr>
          <a:xfrm>
            <a:off x="530352" y="478536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03" name="Text 50">
            <a:extLst>
              <a:ext uri="{FF2B5EF4-FFF2-40B4-BE49-F238E27FC236}">
                <a16:creationId xmlns:a16="http://schemas.microsoft.com/office/drawing/2014/main" id="{644D81A0-FF3D-4D52-1323-728AB5CDC84D}"/>
              </a:ext>
            </a:extLst>
          </p:cNvPr>
          <p:cNvSpPr/>
          <p:nvPr/>
        </p:nvSpPr>
        <p:spPr>
          <a:xfrm>
            <a:off x="530352" y="4831080"/>
            <a:ext cx="502920" cy="42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920" dirty="0"/>
          </a:p>
        </p:txBody>
      </p:sp>
      <p:sp>
        <p:nvSpPr>
          <p:cNvPr id="105" name="Text 51">
            <a:extLst>
              <a:ext uri="{FF2B5EF4-FFF2-40B4-BE49-F238E27FC236}">
                <a16:creationId xmlns:a16="http://schemas.microsoft.com/office/drawing/2014/main" id="{EF265CB2-F950-CCBC-F0FB-483936385D12}"/>
              </a:ext>
            </a:extLst>
          </p:cNvPr>
          <p:cNvSpPr/>
          <p:nvPr/>
        </p:nvSpPr>
        <p:spPr>
          <a:xfrm>
            <a:off x="1170432" y="4821936"/>
            <a:ext cx="457200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전신 거울 파괴</a:t>
            </a:r>
            <a:endParaRPr lang="en-US" sz="990" dirty="0"/>
          </a:p>
        </p:txBody>
      </p:sp>
      <p:sp>
        <p:nvSpPr>
          <p:cNvPr id="107" name="Text 52">
            <a:extLst>
              <a:ext uri="{FF2B5EF4-FFF2-40B4-BE49-F238E27FC236}">
                <a16:creationId xmlns:a16="http://schemas.microsoft.com/office/drawing/2014/main" id="{CBDA2587-AF02-E2E2-A680-7AC16B0A3670}"/>
              </a:ext>
            </a:extLst>
          </p:cNvPr>
          <p:cNvSpPr/>
          <p:nvPr/>
        </p:nvSpPr>
        <p:spPr>
          <a:xfrm>
            <a:off x="6016752" y="4821936"/>
            <a:ext cx="562356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미로 구조 해제, 원래 방향으로 복귀</a:t>
            </a:r>
            <a:endParaRPr lang="en-US" sz="990" dirty="0"/>
          </a:p>
        </p:txBody>
      </p:sp>
      <p:sp>
        <p:nvSpPr>
          <p:cNvPr id="109" name="Shape 53">
            <a:extLst>
              <a:ext uri="{FF2B5EF4-FFF2-40B4-BE49-F238E27FC236}">
                <a16:creationId xmlns:a16="http://schemas.microsoft.com/office/drawing/2014/main" id="{8F982510-B07B-E894-8DB6-7AA1573402FC}"/>
              </a:ext>
            </a:extLst>
          </p:cNvPr>
          <p:cNvSpPr/>
          <p:nvPr/>
        </p:nvSpPr>
        <p:spPr>
          <a:xfrm>
            <a:off x="530352" y="526288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11" name="Text 54">
            <a:extLst>
              <a:ext uri="{FF2B5EF4-FFF2-40B4-BE49-F238E27FC236}">
                <a16:creationId xmlns:a16="http://schemas.microsoft.com/office/drawing/2014/main" id="{DE829FA7-C912-6772-C69E-D5B96AC8794A}"/>
              </a:ext>
            </a:extLst>
          </p:cNvPr>
          <p:cNvSpPr/>
          <p:nvPr/>
        </p:nvSpPr>
        <p:spPr>
          <a:xfrm>
            <a:off x="530352" y="5308600"/>
            <a:ext cx="502920" cy="42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920" dirty="0"/>
          </a:p>
        </p:txBody>
      </p:sp>
      <p:sp>
        <p:nvSpPr>
          <p:cNvPr id="113" name="Text 55">
            <a:extLst>
              <a:ext uri="{FF2B5EF4-FFF2-40B4-BE49-F238E27FC236}">
                <a16:creationId xmlns:a16="http://schemas.microsoft.com/office/drawing/2014/main" id="{5F5F4E10-5A00-2D8A-1D69-B893E51E46D2}"/>
              </a:ext>
            </a:extLst>
          </p:cNvPr>
          <p:cNvSpPr/>
          <p:nvPr/>
        </p:nvSpPr>
        <p:spPr>
          <a:xfrm>
            <a:off x="1170432" y="5299456"/>
            <a:ext cx="457200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 심층 도달</a:t>
            </a:r>
            <a:endParaRPr lang="en-US" sz="990" dirty="0"/>
          </a:p>
        </p:txBody>
      </p:sp>
      <p:sp>
        <p:nvSpPr>
          <p:cNvPr id="115" name="Text 56">
            <a:extLst>
              <a:ext uri="{FF2B5EF4-FFF2-40B4-BE49-F238E27FC236}">
                <a16:creationId xmlns:a16="http://schemas.microsoft.com/office/drawing/2014/main" id="{CF4F28FD-A6F0-7163-3B5A-2F3CB72D43D5}"/>
              </a:ext>
            </a:extLst>
          </p:cNvPr>
          <p:cNvSpPr/>
          <p:nvPr/>
        </p:nvSpPr>
        <p:spPr>
          <a:xfrm>
            <a:off x="6016752" y="5299456"/>
            <a:ext cx="562356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바다 위 껍데기 사람들 연출</a:t>
            </a:r>
            <a:endParaRPr lang="en-US" sz="990" dirty="0"/>
          </a:p>
        </p:txBody>
      </p:sp>
      <p:sp>
        <p:nvSpPr>
          <p:cNvPr id="117" name="Shape 57">
            <a:extLst>
              <a:ext uri="{FF2B5EF4-FFF2-40B4-BE49-F238E27FC236}">
                <a16:creationId xmlns:a16="http://schemas.microsoft.com/office/drawing/2014/main" id="{F553B461-5026-A60D-41C9-484937BFAC7D}"/>
              </a:ext>
            </a:extLst>
          </p:cNvPr>
          <p:cNvSpPr/>
          <p:nvPr/>
        </p:nvSpPr>
        <p:spPr>
          <a:xfrm>
            <a:off x="530352" y="5740400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19" name="Text 58">
            <a:extLst>
              <a:ext uri="{FF2B5EF4-FFF2-40B4-BE49-F238E27FC236}">
                <a16:creationId xmlns:a16="http://schemas.microsoft.com/office/drawing/2014/main" id="{B46ACB36-B73A-BFCF-5F59-C516C9936E80}"/>
              </a:ext>
            </a:extLst>
          </p:cNvPr>
          <p:cNvSpPr/>
          <p:nvPr/>
        </p:nvSpPr>
        <p:spPr>
          <a:xfrm>
            <a:off x="530352" y="5786120"/>
            <a:ext cx="502920" cy="42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920" dirty="0"/>
          </a:p>
        </p:txBody>
      </p:sp>
      <p:sp>
        <p:nvSpPr>
          <p:cNvPr id="121" name="Text 59">
            <a:extLst>
              <a:ext uri="{FF2B5EF4-FFF2-40B4-BE49-F238E27FC236}">
                <a16:creationId xmlns:a16="http://schemas.microsoft.com/office/drawing/2014/main" id="{313398F4-4FE1-6DF9-ED6A-1645F0C532D9}"/>
              </a:ext>
            </a:extLst>
          </p:cNvPr>
          <p:cNvSpPr/>
          <p:nvPr/>
        </p:nvSpPr>
        <p:spPr>
          <a:xfrm>
            <a:off x="1170432" y="5776976"/>
            <a:ext cx="457200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 탈출 조건 충족</a:t>
            </a:r>
            <a:endParaRPr lang="en-US" sz="990" dirty="0"/>
          </a:p>
        </p:txBody>
      </p:sp>
      <p:sp>
        <p:nvSpPr>
          <p:cNvPr id="123" name="Text 60">
            <a:extLst>
              <a:ext uri="{FF2B5EF4-FFF2-40B4-BE49-F238E27FC236}">
                <a16:creationId xmlns:a16="http://schemas.microsoft.com/office/drawing/2014/main" id="{89FB04D5-E548-7802-43FE-D7E99FB98C34}"/>
              </a:ext>
            </a:extLst>
          </p:cNvPr>
          <p:cNvSpPr/>
          <p:nvPr/>
        </p:nvSpPr>
        <p:spPr>
          <a:xfrm>
            <a:off x="6016752" y="5776976"/>
            <a:ext cx="5623560" cy="44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차한해의 선의 소모와 사회적 강요 심화</a:t>
            </a:r>
            <a:endParaRPr lang="en-US" sz="990" dirty="0"/>
          </a:p>
        </p:txBody>
      </p:sp>
      <p:sp>
        <p:nvSpPr>
          <p:cNvPr id="125" name="Text 61">
            <a:extLst>
              <a:ext uri="{FF2B5EF4-FFF2-40B4-BE49-F238E27FC236}">
                <a16:creationId xmlns:a16="http://schemas.microsoft.com/office/drawing/2014/main" id="{E3EF1093-B399-A7A3-CE90-EED516EB23BE}"/>
              </a:ext>
            </a:extLst>
          </p:cNvPr>
          <p:cNvSpPr/>
          <p:nvPr/>
        </p:nvSpPr>
        <p:spPr>
          <a:xfrm>
            <a:off x="530352" y="1078992"/>
            <a:ext cx="11109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 내부의 방향 반전, 환영, 거울 파괴를 통해 차한해의 자기분열과 선의 소진을 플레이 </a:t>
            </a:r>
            <a:r>
              <a:rPr lang="en-US" sz="910" b="1" dirty="0" err="1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구조로</a:t>
            </a:r>
            <a:r>
              <a:rPr lang="en-US" sz="91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910" b="1" dirty="0" err="1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표현</a:t>
            </a:r>
            <a:endParaRPr lang="en-US" sz="910" dirty="0"/>
          </a:p>
        </p:txBody>
      </p:sp>
    </p:spTree>
    <p:extLst>
      <p:ext uri="{BB962C8B-B14F-4D97-AF65-F5344CB8AC3E}">
        <p14:creationId xmlns:p14="http://schemas.microsoft.com/office/powerpoint/2010/main" val="2186705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DF17A1-209E-6F98-A3FF-1E522E3C6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18">
            <a:extLst>
              <a:ext uri="{FF2B5EF4-FFF2-40B4-BE49-F238E27FC236}">
                <a16:creationId xmlns:a16="http://schemas.microsoft.com/office/drawing/2014/main" id="{F2CA0BF9-300E-AF7D-2737-E26BA0285D35}"/>
              </a:ext>
            </a:extLst>
          </p:cNvPr>
          <p:cNvSpPr/>
          <p:nvPr/>
        </p:nvSpPr>
        <p:spPr>
          <a:xfrm>
            <a:off x="502920" y="636422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8A93B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미로 탐색 · 방향 반전 · 거울 파괴 · 심층 연출</a:t>
            </a:r>
            <a:endParaRPr lang="en-US" sz="75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FC6CB71C-C201-62ED-A0C3-CD97CC81B1A0}"/>
              </a:ext>
            </a:extLst>
          </p:cNvPr>
          <p:cNvSpPr/>
          <p:nvPr/>
        </p:nvSpPr>
        <p:spPr>
          <a:xfrm>
            <a:off x="502920" y="310896"/>
            <a:ext cx="937260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퀘스트 5. 균열 탐색 — 설정값 · Lead / Read</a:t>
            </a:r>
            <a:endParaRPr lang="en-US" sz="255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1BFC8E7D-AF1F-67F1-9125-010EAB7AB584}"/>
              </a:ext>
            </a:extLst>
          </p:cNvPr>
          <p:cNvSpPr/>
          <p:nvPr/>
        </p:nvSpPr>
        <p:spPr>
          <a:xfrm>
            <a:off x="530352" y="85039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미로 탐색 · 방향 반전 · 거울 파괴 · 심층 연출</a:t>
            </a:r>
            <a:endParaRPr lang="en-US" sz="95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7A68EEB2-8D28-323F-BEA5-6000463E28D4}"/>
              </a:ext>
            </a:extLst>
          </p:cNvPr>
          <p:cNvSpPr/>
          <p:nvPr/>
        </p:nvSpPr>
        <p:spPr>
          <a:xfrm>
            <a:off x="566928" y="1499616"/>
            <a:ext cx="38862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6E1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</a:t>
            </a:r>
            <a:endParaRPr lang="en-US" sz="140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EAD8B6B1-0D08-927C-2DD5-25B06897A94A}"/>
              </a:ext>
            </a:extLst>
          </p:cNvPr>
          <p:cNvSpPr/>
          <p:nvPr/>
        </p:nvSpPr>
        <p:spPr>
          <a:xfrm>
            <a:off x="4617720" y="1499616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8F29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Quest Lead</a:t>
            </a:r>
            <a:endParaRPr lang="en-US" sz="140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8211D412-9991-B227-54FE-780FCBCA4AEB}"/>
              </a:ext>
            </a:extLst>
          </p:cNvPr>
          <p:cNvSpPr/>
          <p:nvPr/>
        </p:nvSpPr>
        <p:spPr>
          <a:xfrm>
            <a:off x="8183880" y="1499616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4F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Quest Read</a:t>
            </a:r>
            <a:endParaRPr lang="en-US" sz="1400" dirty="0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54969A6E-C704-FA4F-7A03-A4EF10657BBB}"/>
              </a:ext>
            </a:extLst>
          </p:cNvPr>
          <p:cNvSpPr/>
          <p:nvPr/>
        </p:nvSpPr>
        <p:spPr>
          <a:xfrm>
            <a:off x="530352" y="1810512"/>
            <a:ext cx="11128248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AFC455A8-0930-79DC-3B28-D82CC7EDCF98}"/>
              </a:ext>
            </a:extLst>
          </p:cNvPr>
          <p:cNvSpPr/>
          <p:nvPr/>
        </p:nvSpPr>
        <p:spPr>
          <a:xfrm>
            <a:off x="566928" y="1975104"/>
            <a:ext cx="132588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대립 요소</a:t>
            </a:r>
            <a:endParaRPr lang="en-US" sz="800" dirty="0"/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4E28FC1D-DF24-DD2A-351F-B12EAD19D3CD}"/>
              </a:ext>
            </a:extLst>
          </p:cNvPr>
          <p:cNvSpPr/>
          <p:nvPr/>
        </p:nvSpPr>
        <p:spPr>
          <a:xfrm>
            <a:off x="1984248" y="1975104"/>
            <a:ext cx="24231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 내부 공간, 차한해의 자기분열, 선의 소진</a:t>
            </a:r>
            <a:endParaRPr lang="en-US" sz="800" dirty="0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47445F69-7467-8A48-3535-DAED1D8B4214}"/>
              </a:ext>
            </a:extLst>
          </p:cNvPr>
          <p:cNvSpPr/>
          <p:nvPr/>
        </p:nvSpPr>
        <p:spPr>
          <a:xfrm>
            <a:off x="566928" y="2563368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83D7F3B6-DF8F-6667-756B-1BD189A2C199}"/>
              </a:ext>
            </a:extLst>
          </p:cNvPr>
          <p:cNvSpPr/>
          <p:nvPr/>
        </p:nvSpPr>
        <p:spPr>
          <a:xfrm>
            <a:off x="566928" y="2599944"/>
            <a:ext cx="132588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1</a:t>
            </a:r>
            <a:endParaRPr lang="en-US" sz="800" dirty="0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541BEEB6-FF29-6796-E90F-0D0738F78D2B}"/>
              </a:ext>
            </a:extLst>
          </p:cNvPr>
          <p:cNvSpPr/>
          <p:nvPr/>
        </p:nvSpPr>
        <p:spPr>
          <a:xfrm>
            <a:off x="1984248" y="2599944"/>
            <a:ext cx="24231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 내부는 현실의 방향 감각을 뒤틀어 놓음</a:t>
            </a:r>
            <a:endParaRPr lang="en-US" sz="800" dirty="0"/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93E8F701-1402-5571-DF6A-EA3BC13CD8BC}"/>
              </a:ext>
            </a:extLst>
          </p:cNvPr>
          <p:cNvSpPr/>
          <p:nvPr/>
        </p:nvSpPr>
        <p:spPr>
          <a:xfrm>
            <a:off x="566928" y="3188208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2E615C63-C206-5E05-7C4A-82FCC21C0C10}"/>
              </a:ext>
            </a:extLst>
          </p:cNvPr>
          <p:cNvSpPr/>
          <p:nvPr/>
        </p:nvSpPr>
        <p:spPr>
          <a:xfrm>
            <a:off x="566928" y="3224784"/>
            <a:ext cx="132588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2</a:t>
            </a:r>
            <a:endParaRPr lang="en-US" sz="800" dirty="0"/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FBA2A61F-2A64-0D88-9098-2F91372853F9}"/>
              </a:ext>
            </a:extLst>
          </p:cNvPr>
          <p:cNvSpPr/>
          <p:nvPr/>
        </p:nvSpPr>
        <p:spPr>
          <a:xfrm>
            <a:off x="1984248" y="3224784"/>
            <a:ext cx="24231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차한해의 환영은 자기 자신을 압박하는 존재로 등장</a:t>
            </a:r>
            <a:endParaRPr lang="en-US" sz="800" dirty="0"/>
          </a:p>
        </p:txBody>
      </p:sp>
      <p:sp>
        <p:nvSpPr>
          <p:cNvPr id="71" name="Shape 34">
            <a:extLst>
              <a:ext uri="{FF2B5EF4-FFF2-40B4-BE49-F238E27FC236}">
                <a16:creationId xmlns:a16="http://schemas.microsoft.com/office/drawing/2014/main" id="{583D2E16-137F-DF02-6E2C-975A116D1E70}"/>
              </a:ext>
            </a:extLst>
          </p:cNvPr>
          <p:cNvSpPr/>
          <p:nvPr/>
        </p:nvSpPr>
        <p:spPr>
          <a:xfrm>
            <a:off x="566928" y="3813048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1A64DE4B-1673-4848-53CD-23BC02CFEFAC}"/>
              </a:ext>
            </a:extLst>
          </p:cNvPr>
          <p:cNvSpPr/>
          <p:nvPr/>
        </p:nvSpPr>
        <p:spPr>
          <a:xfrm>
            <a:off x="566928" y="3849624"/>
            <a:ext cx="132588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3</a:t>
            </a:r>
            <a:endParaRPr lang="en-US" sz="800" dirty="0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A82F06A5-9EAD-88AA-C580-A19A025DD28C}"/>
              </a:ext>
            </a:extLst>
          </p:cNvPr>
          <p:cNvSpPr/>
          <p:nvPr/>
        </p:nvSpPr>
        <p:spPr>
          <a:xfrm>
            <a:off x="1984248" y="3849624"/>
            <a:ext cx="24231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앞뒤의 차한해가 합쳐지며 정체성 혼란을 시각화함</a:t>
            </a:r>
            <a:endParaRPr lang="en-US" sz="800" dirty="0"/>
          </a:p>
        </p:txBody>
      </p:sp>
      <p:sp>
        <p:nvSpPr>
          <p:cNvPr id="77" name="Shape 37">
            <a:extLst>
              <a:ext uri="{FF2B5EF4-FFF2-40B4-BE49-F238E27FC236}">
                <a16:creationId xmlns:a16="http://schemas.microsoft.com/office/drawing/2014/main" id="{1CECC2C8-4337-3767-282C-DEC7284A2E74}"/>
              </a:ext>
            </a:extLst>
          </p:cNvPr>
          <p:cNvSpPr/>
          <p:nvPr/>
        </p:nvSpPr>
        <p:spPr>
          <a:xfrm>
            <a:off x="566928" y="4437888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53518075-C994-4AA7-F532-DFEEF5A5E875}"/>
              </a:ext>
            </a:extLst>
          </p:cNvPr>
          <p:cNvSpPr/>
          <p:nvPr/>
        </p:nvSpPr>
        <p:spPr>
          <a:xfrm>
            <a:off x="566928" y="4474464"/>
            <a:ext cx="132588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4</a:t>
            </a:r>
            <a:endParaRPr lang="en-US" sz="800" dirty="0"/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F515F0A5-C8C4-1ECA-295F-8471F9884C55}"/>
              </a:ext>
            </a:extLst>
          </p:cNvPr>
          <p:cNvSpPr/>
          <p:nvPr/>
        </p:nvSpPr>
        <p:spPr>
          <a:xfrm>
            <a:off x="1984248" y="4474464"/>
            <a:ext cx="24231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전신 거울은 왜곡된 자기 인식을 깨는 핵심 오브젝트</a:t>
            </a:r>
            <a:endParaRPr lang="en-US" sz="800" dirty="0"/>
          </a:p>
        </p:txBody>
      </p:sp>
      <p:sp>
        <p:nvSpPr>
          <p:cNvPr id="83" name="Shape 40">
            <a:extLst>
              <a:ext uri="{FF2B5EF4-FFF2-40B4-BE49-F238E27FC236}">
                <a16:creationId xmlns:a16="http://schemas.microsoft.com/office/drawing/2014/main" id="{87D8674D-8698-3605-2597-64507C277DD3}"/>
              </a:ext>
            </a:extLst>
          </p:cNvPr>
          <p:cNvSpPr/>
          <p:nvPr/>
        </p:nvSpPr>
        <p:spPr>
          <a:xfrm>
            <a:off x="566928" y="5062728"/>
            <a:ext cx="3730752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5273E48F-7DCD-FA52-3229-0AFFCA877D93}"/>
              </a:ext>
            </a:extLst>
          </p:cNvPr>
          <p:cNvSpPr/>
          <p:nvPr/>
        </p:nvSpPr>
        <p:spPr>
          <a:xfrm>
            <a:off x="566928" y="5099304"/>
            <a:ext cx="132588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5</a:t>
            </a:r>
            <a:endParaRPr lang="en-US" sz="800" dirty="0"/>
          </a:p>
        </p:txBody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BD48570B-FC75-3D1B-AA7B-DBB9A3883CC4}"/>
              </a:ext>
            </a:extLst>
          </p:cNvPr>
          <p:cNvSpPr/>
          <p:nvPr/>
        </p:nvSpPr>
        <p:spPr>
          <a:xfrm>
            <a:off x="1984248" y="5099304"/>
            <a:ext cx="24231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껍데기 사람들은 선의가 고갈된 인간의 결과를 상징함</a:t>
            </a:r>
            <a:endParaRPr lang="en-US" sz="800" dirty="0"/>
          </a:p>
        </p:txBody>
      </p:sp>
      <p:sp>
        <p:nvSpPr>
          <p:cNvPr id="89" name="Text 43">
            <a:extLst>
              <a:ext uri="{FF2B5EF4-FFF2-40B4-BE49-F238E27FC236}">
                <a16:creationId xmlns:a16="http://schemas.microsoft.com/office/drawing/2014/main" id="{4BC283EC-3AF9-EF10-EADD-321BC35E7F99}"/>
              </a:ext>
            </a:extLst>
          </p:cNvPr>
          <p:cNvSpPr/>
          <p:nvPr/>
        </p:nvSpPr>
        <p:spPr>
          <a:xfrm>
            <a:off x="4617720" y="1975104"/>
            <a:ext cx="31089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좌우가 뒤집힌 표지판</a:t>
            </a:r>
            <a:endParaRPr lang="en-US" sz="800" dirty="0"/>
          </a:p>
        </p:txBody>
      </p:sp>
      <p:sp>
        <p:nvSpPr>
          <p:cNvPr id="91" name="Text 44">
            <a:extLst>
              <a:ext uri="{FF2B5EF4-FFF2-40B4-BE49-F238E27FC236}">
                <a16:creationId xmlns:a16="http://schemas.microsoft.com/office/drawing/2014/main" id="{976ED5C8-5513-518E-A179-81C817EAF7F6}"/>
              </a:ext>
            </a:extLst>
          </p:cNvPr>
          <p:cNvSpPr/>
          <p:nvPr/>
        </p:nvSpPr>
        <p:spPr>
          <a:xfrm>
            <a:off x="8183880" y="1975104"/>
            <a:ext cx="33375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방향 반전 기믹 사전 암시</a:t>
            </a:r>
            <a:endParaRPr lang="en-US" sz="800" dirty="0"/>
          </a:p>
        </p:txBody>
      </p:sp>
      <p:sp>
        <p:nvSpPr>
          <p:cNvPr id="93" name="Shape 45">
            <a:extLst>
              <a:ext uri="{FF2B5EF4-FFF2-40B4-BE49-F238E27FC236}">
                <a16:creationId xmlns:a16="http://schemas.microsoft.com/office/drawing/2014/main" id="{1E9F63F5-F856-D228-DA10-26CF30131AFF}"/>
              </a:ext>
            </a:extLst>
          </p:cNvPr>
          <p:cNvSpPr/>
          <p:nvPr/>
        </p:nvSpPr>
        <p:spPr>
          <a:xfrm>
            <a:off x="4617720" y="2563368"/>
            <a:ext cx="31089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95" name="Shape 46">
            <a:extLst>
              <a:ext uri="{FF2B5EF4-FFF2-40B4-BE49-F238E27FC236}">
                <a16:creationId xmlns:a16="http://schemas.microsoft.com/office/drawing/2014/main" id="{072BC367-D37C-884D-6221-BB32D91DFD06}"/>
              </a:ext>
            </a:extLst>
          </p:cNvPr>
          <p:cNvSpPr/>
          <p:nvPr/>
        </p:nvSpPr>
        <p:spPr>
          <a:xfrm>
            <a:off x="8183880" y="2563368"/>
            <a:ext cx="33375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97" name="Text 47">
            <a:extLst>
              <a:ext uri="{FF2B5EF4-FFF2-40B4-BE49-F238E27FC236}">
                <a16:creationId xmlns:a16="http://schemas.microsoft.com/office/drawing/2014/main" id="{75002588-2B0F-F76A-048C-F57E3672387E}"/>
              </a:ext>
            </a:extLst>
          </p:cNvPr>
          <p:cNvSpPr/>
          <p:nvPr/>
        </p:nvSpPr>
        <p:spPr>
          <a:xfrm>
            <a:off x="4617720" y="2599944"/>
            <a:ext cx="31089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앞뒤로 이어지는 동일한 발자국</a:t>
            </a:r>
            <a:endParaRPr lang="en-US" sz="800" dirty="0"/>
          </a:p>
        </p:txBody>
      </p:sp>
      <p:sp>
        <p:nvSpPr>
          <p:cNvPr id="99" name="Text 48">
            <a:extLst>
              <a:ext uri="{FF2B5EF4-FFF2-40B4-BE49-F238E27FC236}">
                <a16:creationId xmlns:a16="http://schemas.microsoft.com/office/drawing/2014/main" id="{BD3C40DF-7A73-3775-1530-F0E1BE7619A7}"/>
              </a:ext>
            </a:extLst>
          </p:cNvPr>
          <p:cNvSpPr/>
          <p:nvPr/>
        </p:nvSpPr>
        <p:spPr>
          <a:xfrm>
            <a:off x="8183880" y="2599944"/>
            <a:ext cx="33375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또 다른 차한해의 존재 예고</a:t>
            </a:r>
            <a:endParaRPr lang="en-US" sz="800" dirty="0"/>
          </a:p>
        </p:txBody>
      </p:sp>
      <p:sp>
        <p:nvSpPr>
          <p:cNvPr id="101" name="Shape 49">
            <a:extLst>
              <a:ext uri="{FF2B5EF4-FFF2-40B4-BE49-F238E27FC236}">
                <a16:creationId xmlns:a16="http://schemas.microsoft.com/office/drawing/2014/main" id="{6892463C-C4D2-8ECE-336C-B3C72F31AD32}"/>
              </a:ext>
            </a:extLst>
          </p:cNvPr>
          <p:cNvSpPr/>
          <p:nvPr/>
        </p:nvSpPr>
        <p:spPr>
          <a:xfrm>
            <a:off x="4617720" y="3188208"/>
            <a:ext cx="31089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03" name="Shape 50">
            <a:extLst>
              <a:ext uri="{FF2B5EF4-FFF2-40B4-BE49-F238E27FC236}">
                <a16:creationId xmlns:a16="http://schemas.microsoft.com/office/drawing/2014/main" id="{0296D654-ED67-B57D-C2FF-D84F462B5487}"/>
              </a:ext>
            </a:extLst>
          </p:cNvPr>
          <p:cNvSpPr/>
          <p:nvPr/>
        </p:nvSpPr>
        <p:spPr>
          <a:xfrm>
            <a:off x="8183880" y="3188208"/>
            <a:ext cx="33375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05" name="Text 51">
            <a:extLst>
              <a:ext uri="{FF2B5EF4-FFF2-40B4-BE49-F238E27FC236}">
                <a16:creationId xmlns:a16="http://schemas.microsoft.com/office/drawing/2014/main" id="{D9370D00-7483-61A4-6373-7F45E9EF5D1A}"/>
              </a:ext>
            </a:extLst>
          </p:cNvPr>
          <p:cNvSpPr/>
          <p:nvPr/>
        </p:nvSpPr>
        <p:spPr>
          <a:xfrm>
            <a:off x="4617720" y="3224784"/>
            <a:ext cx="31089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거울 표면의 강한 노이즈</a:t>
            </a:r>
            <a:endParaRPr lang="en-US" sz="800" dirty="0"/>
          </a:p>
        </p:txBody>
      </p:sp>
      <p:sp>
        <p:nvSpPr>
          <p:cNvPr id="107" name="Text 52">
            <a:extLst>
              <a:ext uri="{FF2B5EF4-FFF2-40B4-BE49-F238E27FC236}">
                <a16:creationId xmlns:a16="http://schemas.microsoft.com/office/drawing/2014/main" id="{C50A8EDC-02EC-3D4D-8A70-4E3790A17385}"/>
              </a:ext>
            </a:extLst>
          </p:cNvPr>
          <p:cNvSpPr/>
          <p:nvPr/>
        </p:nvSpPr>
        <p:spPr>
          <a:xfrm>
            <a:off x="8183880" y="3224784"/>
            <a:ext cx="33375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파괴해야 할 핵심 오브젝트 인식</a:t>
            </a:r>
            <a:endParaRPr lang="en-US" sz="800" dirty="0"/>
          </a:p>
        </p:txBody>
      </p:sp>
      <p:sp>
        <p:nvSpPr>
          <p:cNvPr id="109" name="Shape 53">
            <a:extLst>
              <a:ext uri="{FF2B5EF4-FFF2-40B4-BE49-F238E27FC236}">
                <a16:creationId xmlns:a16="http://schemas.microsoft.com/office/drawing/2014/main" id="{06955260-F069-F8CE-F225-E9908B94E6B7}"/>
              </a:ext>
            </a:extLst>
          </p:cNvPr>
          <p:cNvSpPr/>
          <p:nvPr/>
        </p:nvSpPr>
        <p:spPr>
          <a:xfrm>
            <a:off x="4617720" y="3813048"/>
            <a:ext cx="31089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11" name="Shape 54">
            <a:extLst>
              <a:ext uri="{FF2B5EF4-FFF2-40B4-BE49-F238E27FC236}">
                <a16:creationId xmlns:a16="http://schemas.microsoft.com/office/drawing/2014/main" id="{735ED05E-F72F-F8BF-4021-2685A1348D47}"/>
              </a:ext>
            </a:extLst>
          </p:cNvPr>
          <p:cNvSpPr/>
          <p:nvPr/>
        </p:nvSpPr>
        <p:spPr>
          <a:xfrm>
            <a:off x="8183880" y="3813048"/>
            <a:ext cx="33375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13" name="Text 55">
            <a:extLst>
              <a:ext uri="{FF2B5EF4-FFF2-40B4-BE49-F238E27FC236}">
                <a16:creationId xmlns:a16="http://schemas.microsoft.com/office/drawing/2014/main" id="{C8712D04-98CA-ABBD-A129-CB66DC0F55C8}"/>
              </a:ext>
            </a:extLst>
          </p:cNvPr>
          <p:cNvSpPr/>
          <p:nvPr/>
        </p:nvSpPr>
        <p:spPr>
          <a:xfrm>
            <a:off x="4617720" y="3849624"/>
            <a:ext cx="31089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반복되는 차한해 환영</a:t>
            </a:r>
            <a:endParaRPr lang="en-US" sz="800" dirty="0"/>
          </a:p>
        </p:txBody>
      </p:sp>
      <p:sp>
        <p:nvSpPr>
          <p:cNvPr id="115" name="Text 56">
            <a:extLst>
              <a:ext uri="{FF2B5EF4-FFF2-40B4-BE49-F238E27FC236}">
                <a16:creationId xmlns:a16="http://schemas.microsoft.com/office/drawing/2014/main" id="{5423ED65-0E57-267A-4EFD-F403E9015902}"/>
              </a:ext>
            </a:extLst>
          </p:cNvPr>
          <p:cNvSpPr/>
          <p:nvPr/>
        </p:nvSpPr>
        <p:spPr>
          <a:xfrm>
            <a:off x="8183880" y="3849624"/>
            <a:ext cx="33375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플레이어가 자기 자신과 대립 중임을 이해</a:t>
            </a:r>
            <a:endParaRPr lang="en-US" sz="800" dirty="0"/>
          </a:p>
        </p:txBody>
      </p:sp>
      <p:sp>
        <p:nvSpPr>
          <p:cNvPr id="117" name="Shape 57">
            <a:extLst>
              <a:ext uri="{FF2B5EF4-FFF2-40B4-BE49-F238E27FC236}">
                <a16:creationId xmlns:a16="http://schemas.microsoft.com/office/drawing/2014/main" id="{AFA5D44D-908D-D152-C439-F86808DAD880}"/>
              </a:ext>
            </a:extLst>
          </p:cNvPr>
          <p:cNvSpPr/>
          <p:nvPr/>
        </p:nvSpPr>
        <p:spPr>
          <a:xfrm>
            <a:off x="4617720" y="4437888"/>
            <a:ext cx="31089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19" name="Shape 58">
            <a:extLst>
              <a:ext uri="{FF2B5EF4-FFF2-40B4-BE49-F238E27FC236}">
                <a16:creationId xmlns:a16="http://schemas.microsoft.com/office/drawing/2014/main" id="{9CC60846-0A7E-568F-B469-D77725580E1E}"/>
              </a:ext>
            </a:extLst>
          </p:cNvPr>
          <p:cNvSpPr/>
          <p:nvPr/>
        </p:nvSpPr>
        <p:spPr>
          <a:xfrm>
            <a:off x="8183880" y="4437888"/>
            <a:ext cx="33375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21" name="Text 59">
            <a:extLst>
              <a:ext uri="{FF2B5EF4-FFF2-40B4-BE49-F238E27FC236}">
                <a16:creationId xmlns:a16="http://schemas.microsoft.com/office/drawing/2014/main" id="{4AEF165A-D8A5-12FA-409B-88FB9D87FC5D}"/>
              </a:ext>
            </a:extLst>
          </p:cNvPr>
          <p:cNvSpPr/>
          <p:nvPr/>
        </p:nvSpPr>
        <p:spPr>
          <a:xfrm>
            <a:off x="4617720" y="4474464"/>
            <a:ext cx="31089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바다 위 껍데기 사람들</a:t>
            </a:r>
            <a:endParaRPr lang="en-US" sz="800" dirty="0"/>
          </a:p>
        </p:txBody>
      </p:sp>
      <p:sp>
        <p:nvSpPr>
          <p:cNvPr id="123" name="Text 60">
            <a:extLst>
              <a:ext uri="{FF2B5EF4-FFF2-40B4-BE49-F238E27FC236}">
                <a16:creationId xmlns:a16="http://schemas.microsoft.com/office/drawing/2014/main" id="{A42E26B8-80D1-D76E-B496-E76CCF3597EA}"/>
              </a:ext>
            </a:extLst>
          </p:cNvPr>
          <p:cNvSpPr/>
          <p:nvPr/>
        </p:nvSpPr>
        <p:spPr>
          <a:xfrm>
            <a:off x="8183880" y="4474464"/>
            <a:ext cx="33375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선의 소진의 결과를 시각적으로 해석</a:t>
            </a:r>
            <a:endParaRPr lang="en-US" sz="800" dirty="0"/>
          </a:p>
        </p:txBody>
      </p:sp>
      <p:sp>
        <p:nvSpPr>
          <p:cNvPr id="125" name="Shape 61">
            <a:extLst>
              <a:ext uri="{FF2B5EF4-FFF2-40B4-BE49-F238E27FC236}">
                <a16:creationId xmlns:a16="http://schemas.microsoft.com/office/drawing/2014/main" id="{888C941B-673E-B76E-FF10-B2B7BC617E44}"/>
              </a:ext>
            </a:extLst>
          </p:cNvPr>
          <p:cNvSpPr/>
          <p:nvPr/>
        </p:nvSpPr>
        <p:spPr>
          <a:xfrm>
            <a:off x="4617720" y="5062728"/>
            <a:ext cx="31089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27" name="Shape 62">
            <a:extLst>
              <a:ext uri="{FF2B5EF4-FFF2-40B4-BE49-F238E27FC236}">
                <a16:creationId xmlns:a16="http://schemas.microsoft.com/office/drawing/2014/main" id="{E6E48FC9-3117-6ACE-63D0-702B0DB4AC76}"/>
              </a:ext>
            </a:extLst>
          </p:cNvPr>
          <p:cNvSpPr/>
          <p:nvPr/>
        </p:nvSpPr>
        <p:spPr>
          <a:xfrm>
            <a:off x="8183880" y="5062728"/>
            <a:ext cx="3337560" cy="0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29" name="Text 63">
            <a:extLst>
              <a:ext uri="{FF2B5EF4-FFF2-40B4-BE49-F238E27FC236}">
                <a16:creationId xmlns:a16="http://schemas.microsoft.com/office/drawing/2014/main" id="{26A67385-091A-D97C-F0C2-34E01E5D6DC5}"/>
              </a:ext>
            </a:extLst>
          </p:cNvPr>
          <p:cNvSpPr/>
          <p:nvPr/>
        </p:nvSpPr>
        <p:spPr>
          <a:xfrm>
            <a:off x="4617720" y="5099304"/>
            <a:ext cx="31089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2F5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방향 회복 후 정상 표지판</a:t>
            </a:r>
            <a:endParaRPr lang="en-US" sz="800" dirty="0"/>
          </a:p>
        </p:txBody>
      </p:sp>
      <p:sp>
        <p:nvSpPr>
          <p:cNvPr id="131" name="Text 64">
            <a:extLst>
              <a:ext uri="{FF2B5EF4-FFF2-40B4-BE49-F238E27FC236}">
                <a16:creationId xmlns:a16="http://schemas.microsoft.com/office/drawing/2014/main" id="{68A183E8-3B77-7F96-F302-C8574B9D421A}"/>
              </a:ext>
            </a:extLst>
          </p:cNvPr>
          <p:cNvSpPr/>
          <p:nvPr/>
        </p:nvSpPr>
        <p:spPr>
          <a:xfrm>
            <a:off x="8183880" y="5099304"/>
            <a:ext cx="3337560" cy="58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0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플레이어 행동의 결과 인식</a:t>
            </a:r>
            <a:endParaRPr lang="en-US" sz="800" dirty="0"/>
          </a:p>
        </p:txBody>
      </p:sp>
      <p:sp>
        <p:nvSpPr>
          <p:cNvPr id="133" name="Shape 65">
            <a:extLst>
              <a:ext uri="{FF2B5EF4-FFF2-40B4-BE49-F238E27FC236}">
                <a16:creationId xmlns:a16="http://schemas.microsoft.com/office/drawing/2014/main" id="{78D9038B-2FCA-7CD9-6F62-F229DF5BDDC1}"/>
              </a:ext>
            </a:extLst>
          </p:cNvPr>
          <p:cNvSpPr/>
          <p:nvPr/>
        </p:nvSpPr>
        <p:spPr>
          <a:xfrm>
            <a:off x="4434840" y="1847088"/>
            <a:ext cx="0" cy="3803904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35" name="Shape 66">
            <a:extLst>
              <a:ext uri="{FF2B5EF4-FFF2-40B4-BE49-F238E27FC236}">
                <a16:creationId xmlns:a16="http://schemas.microsoft.com/office/drawing/2014/main" id="{BBB9F087-A868-8A07-36B0-2A77830454C6}"/>
              </a:ext>
            </a:extLst>
          </p:cNvPr>
          <p:cNvSpPr/>
          <p:nvPr/>
        </p:nvSpPr>
        <p:spPr>
          <a:xfrm>
            <a:off x="8001000" y="1847088"/>
            <a:ext cx="0" cy="3803904"/>
          </a:xfrm>
          <a:prstGeom prst="line">
            <a:avLst/>
          </a:prstGeom>
          <a:noFill/>
          <a:ln w="12700">
            <a:solidFill>
              <a:srgbClr val="29365F"/>
            </a:solidFill>
            <a:prstDash val="solid"/>
          </a:ln>
        </p:spPr>
      </p:sp>
      <p:sp>
        <p:nvSpPr>
          <p:cNvPr id="137" name="Text 67">
            <a:extLst>
              <a:ext uri="{FF2B5EF4-FFF2-40B4-BE49-F238E27FC236}">
                <a16:creationId xmlns:a16="http://schemas.microsoft.com/office/drawing/2014/main" id="{1861BB34-4FE1-F28E-9C6D-BF24A6224FD4}"/>
              </a:ext>
            </a:extLst>
          </p:cNvPr>
          <p:cNvSpPr/>
          <p:nvPr/>
        </p:nvSpPr>
        <p:spPr>
          <a:xfrm>
            <a:off x="530352" y="1078992"/>
            <a:ext cx="11109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 내부의 방향 반전, 환영, 거울 파괴를 통해 차한해의 자기분열과 선의 소진을 플레이 </a:t>
            </a:r>
            <a:r>
              <a:rPr lang="en-US" sz="910" b="1" dirty="0" err="1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구조로</a:t>
            </a:r>
            <a:r>
              <a:rPr lang="en-US" sz="910" b="1" dirty="0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910" b="1" dirty="0" err="1">
                <a:solidFill>
                  <a:srgbClr val="FFE66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표현</a:t>
            </a:r>
            <a:endParaRPr lang="en-US" sz="910" dirty="0"/>
          </a:p>
        </p:txBody>
      </p:sp>
    </p:spTree>
    <p:extLst>
      <p:ext uri="{BB962C8B-B14F-4D97-AF65-F5344CB8AC3E}">
        <p14:creationId xmlns:p14="http://schemas.microsoft.com/office/powerpoint/2010/main" val="4182941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1420</Words>
  <Application>Microsoft Office PowerPoint</Application>
  <PresentationFormat>와이드스크린</PresentationFormat>
  <Paragraphs>290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Noto Sans CJK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2026-06-19T01:50:10Z</dcterms:created>
  <dcterms:modified xsi:type="dcterms:W3CDTF">2026-06-19T02:28:02Z</dcterms:modified>
</cp:coreProperties>
</file>